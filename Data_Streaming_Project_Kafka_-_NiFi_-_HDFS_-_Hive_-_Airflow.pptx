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BD354C-A4F5-44AE-806A-85288AF701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52A4BD2-4F22-4CB6-AD78-B7512D8F4309}">
      <dgm:prSet/>
      <dgm:spPr/>
      <dgm:t>
        <a:bodyPr/>
        <a:lstStyle/>
        <a:p>
          <a:r>
            <a:rPr lang="en-US"/>
            <a:t>• Real-time data streaming pipeline</a:t>
          </a:r>
        </a:p>
      </dgm:t>
    </dgm:pt>
    <dgm:pt modelId="{7F27C288-2419-403A-A17A-70E6F3020D5F}" type="parTrans" cxnId="{10F5D10D-F55D-4868-B389-7927236D17EF}">
      <dgm:prSet/>
      <dgm:spPr/>
      <dgm:t>
        <a:bodyPr/>
        <a:lstStyle/>
        <a:p>
          <a:endParaRPr lang="en-US"/>
        </a:p>
      </dgm:t>
    </dgm:pt>
    <dgm:pt modelId="{58F55B0B-5AFC-4C1A-9CA6-CFAAE668FAEF}" type="sibTrans" cxnId="{10F5D10D-F55D-4868-B389-7927236D17EF}">
      <dgm:prSet/>
      <dgm:spPr/>
      <dgm:t>
        <a:bodyPr/>
        <a:lstStyle/>
        <a:p>
          <a:endParaRPr lang="en-US"/>
        </a:p>
      </dgm:t>
    </dgm:pt>
    <dgm:pt modelId="{2FBBBE66-9117-457B-837B-DC45D5681C88}">
      <dgm:prSet/>
      <dgm:spPr/>
      <dgm:t>
        <a:bodyPr/>
        <a:lstStyle/>
        <a:p>
          <a:r>
            <a:rPr lang="en-US"/>
            <a:t>• Data generated via Kafka Producer</a:t>
          </a:r>
        </a:p>
      </dgm:t>
    </dgm:pt>
    <dgm:pt modelId="{F697177E-4556-402C-AEAE-A40DFD179545}" type="parTrans" cxnId="{5120181B-96F5-42E0-BAB4-D7A344F52232}">
      <dgm:prSet/>
      <dgm:spPr/>
      <dgm:t>
        <a:bodyPr/>
        <a:lstStyle/>
        <a:p>
          <a:endParaRPr lang="en-US"/>
        </a:p>
      </dgm:t>
    </dgm:pt>
    <dgm:pt modelId="{F2471175-0DF2-44AA-9C04-B4C2BA1A4B20}" type="sibTrans" cxnId="{5120181B-96F5-42E0-BAB4-D7A344F52232}">
      <dgm:prSet/>
      <dgm:spPr/>
      <dgm:t>
        <a:bodyPr/>
        <a:lstStyle/>
        <a:p>
          <a:endParaRPr lang="en-US"/>
        </a:p>
      </dgm:t>
    </dgm:pt>
    <dgm:pt modelId="{60573242-6799-42B3-8C61-C5145F72CCFE}">
      <dgm:prSet/>
      <dgm:spPr/>
      <dgm:t>
        <a:bodyPr/>
        <a:lstStyle/>
        <a:p>
          <a:r>
            <a:rPr lang="en-US"/>
            <a:t>• Stream processing using Apache NiFi</a:t>
          </a:r>
        </a:p>
      </dgm:t>
    </dgm:pt>
    <dgm:pt modelId="{E90F4A69-0E4F-4401-A9DB-BAD2F5763B38}" type="parTrans" cxnId="{EE7D9196-606F-4779-9729-0BF3093EF991}">
      <dgm:prSet/>
      <dgm:spPr/>
      <dgm:t>
        <a:bodyPr/>
        <a:lstStyle/>
        <a:p>
          <a:endParaRPr lang="en-US"/>
        </a:p>
      </dgm:t>
    </dgm:pt>
    <dgm:pt modelId="{56AC86B8-7216-4A6A-95AE-9F76840E6E61}" type="sibTrans" cxnId="{EE7D9196-606F-4779-9729-0BF3093EF991}">
      <dgm:prSet/>
      <dgm:spPr/>
      <dgm:t>
        <a:bodyPr/>
        <a:lstStyle/>
        <a:p>
          <a:endParaRPr lang="en-US"/>
        </a:p>
      </dgm:t>
    </dgm:pt>
    <dgm:pt modelId="{D59FAAE4-E128-4C99-80B4-8ADBD49CD7F2}">
      <dgm:prSet/>
      <dgm:spPr/>
      <dgm:t>
        <a:bodyPr/>
        <a:lstStyle/>
        <a:p>
          <a:r>
            <a:rPr lang="en-US"/>
            <a:t>• Storage in HDFS (Parquet format)</a:t>
          </a:r>
        </a:p>
      </dgm:t>
    </dgm:pt>
    <dgm:pt modelId="{B8E36C48-D91D-4910-A943-CEA770601569}" type="parTrans" cxnId="{F51FBF0C-6F6E-4235-9EBC-A5BAD3DD6AAD}">
      <dgm:prSet/>
      <dgm:spPr/>
      <dgm:t>
        <a:bodyPr/>
        <a:lstStyle/>
        <a:p>
          <a:endParaRPr lang="en-US"/>
        </a:p>
      </dgm:t>
    </dgm:pt>
    <dgm:pt modelId="{77E582E9-A61A-4BF8-B990-1AD3FDB65E6E}" type="sibTrans" cxnId="{F51FBF0C-6F6E-4235-9EBC-A5BAD3DD6AAD}">
      <dgm:prSet/>
      <dgm:spPr/>
      <dgm:t>
        <a:bodyPr/>
        <a:lstStyle/>
        <a:p>
          <a:endParaRPr lang="en-US"/>
        </a:p>
      </dgm:t>
    </dgm:pt>
    <dgm:pt modelId="{14ACF75C-16DC-45AB-8449-F4C2293932DE}">
      <dgm:prSet/>
      <dgm:spPr/>
      <dgm:t>
        <a:bodyPr/>
        <a:lstStyle/>
        <a:p>
          <a:r>
            <a:rPr lang="en-US"/>
            <a:t>• Data warehousing using Hive</a:t>
          </a:r>
        </a:p>
      </dgm:t>
    </dgm:pt>
    <dgm:pt modelId="{F7062D46-5947-46F4-971E-E3C46ECBF09C}" type="parTrans" cxnId="{85D3806C-CFC5-492C-80DE-D088E111C983}">
      <dgm:prSet/>
      <dgm:spPr/>
      <dgm:t>
        <a:bodyPr/>
        <a:lstStyle/>
        <a:p>
          <a:endParaRPr lang="en-US"/>
        </a:p>
      </dgm:t>
    </dgm:pt>
    <dgm:pt modelId="{99A0192B-BF01-4AB0-9E0A-9061F54F21D2}" type="sibTrans" cxnId="{85D3806C-CFC5-492C-80DE-D088E111C983}">
      <dgm:prSet/>
      <dgm:spPr/>
      <dgm:t>
        <a:bodyPr/>
        <a:lstStyle/>
        <a:p>
          <a:endParaRPr lang="en-US"/>
        </a:p>
      </dgm:t>
    </dgm:pt>
    <dgm:pt modelId="{BE1F8905-FF98-460E-864B-2013A061FFA5}">
      <dgm:prSet/>
      <dgm:spPr/>
      <dgm:t>
        <a:bodyPr/>
        <a:lstStyle/>
        <a:p>
          <a:r>
            <a:rPr lang="en-US"/>
            <a:t>• Workflow orchestration using Airflow</a:t>
          </a:r>
        </a:p>
      </dgm:t>
    </dgm:pt>
    <dgm:pt modelId="{B432CC07-BC70-44EA-BE05-D367AA0E95E2}" type="parTrans" cxnId="{36691505-6B1A-4525-81A4-029A6210736A}">
      <dgm:prSet/>
      <dgm:spPr/>
      <dgm:t>
        <a:bodyPr/>
        <a:lstStyle/>
        <a:p>
          <a:endParaRPr lang="en-US"/>
        </a:p>
      </dgm:t>
    </dgm:pt>
    <dgm:pt modelId="{1FE00580-9778-4099-B090-0B63E63A7F8C}" type="sibTrans" cxnId="{36691505-6B1A-4525-81A4-029A6210736A}">
      <dgm:prSet/>
      <dgm:spPr/>
      <dgm:t>
        <a:bodyPr/>
        <a:lstStyle/>
        <a:p>
          <a:endParaRPr lang="en-US"/>
        </a:p>
      </dgm:t>
    </dgm:pt>
    <dgm:pt modelId="{F6B6B4B3-994E-4F34-9127-C3A87FA79204}" type="pres">
      <dgm:prSet presAssocID="{8DBD354C-A4F5-44AE-806A-85288AF70138}" presName="root" presStyleCnt="0">
        <dgm:presLayoutVars>
          <dgm:dir/>
          <dgm:resizeHandles val="exact"/>
        </dgm:presLayoutVars>
      </dgm:prSet>
      <dgm:spPr/>
    </dgm:pt>
    <dgm:pt modelId="{C3BCEDB0-56AF-46B1-9ABE-4551532BBFF9}" type="pres">
      <dgm:prSet presAssocID="{A52A4BD2-4F22-4CB6-AD78-B7512D8F4309}" presName="compNode" presStyleCnt="0"/>
      <dgm:spPr/>
    </dgm:pt>
    <dgm:pt modelId="{4CA6E718-2E60-4AA3-8D21-7DEFF9815FAA}" type="pres">
      <dgm:prSet presAssocID="{A52A4BD2-4F22-4CB6-AD78-B7512D8F4309}" presName="bgRect" presStyleLbl="bgShp" presStyleIdx="0" presStyleCnt="6"/>
      <dgm:spPr/>
    </dgm:pt>
    <dgm:pt modelId="{892B704A-081F-423B-AC61-9FA72196ABE0}" type="pres">
      <dgm:prSet presAssocID="{A52A4BD2-4F22-4CB6-AD78-B7512D8F430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D723EE4-A75E-4644-90E1-4BB4EE6437A2}" type="pres">
      <dgm:prSet presAssocID="{A52A4BD2-4F22-4CB6-AD78-B7512D8F4309}" presName="spaceRect" presStyleCnt="0"/>
      <dgm:spPr/>
    </dgm:pt>
    <dgm:pt modelId="{A36971A7-0FBD-4BFF-A490-CBB3469E86E0}" type="pres">
      <dgm:prSet presAssocID="{A52A4BD2-4F22-4CB6-AD78-B7512D8F4309}" presName="parTx" presStyleLbl="revTx" presStyleIdx="0" presStyleCnt="6">
        <dgm:presLayoutVars>
          <dgm:chMax val="0"/>
          <dgm:chPref val="0"/>
        </dgm:presLayoutVars>
      </dgm:prSet>
      <dgm:spPr/>
    </dgm:pt>
    <dgm:pt modelId="{FAD833BF-94FB-4B23-BF54-2AA04328FC4C}" type="pres">
      <dgm:prSet presAssocID="{58F55B0B-5AFC-4C1A-9CA6-CFAAE668FAEF}" presName="sibTrans" presStyleCnt="0"/>
      <dgm:spPr/>
    </dgm:pt>
    <dgm:pt modelId="{EEEFFB6F-FD42-4391-BD35-7BDD5636D9D4}" type="pres">
      <dgm:prSet presAssocID="{2FBBBE66-9117-457B-837B-DC45D5681C88}" presName="compNode" presStyleCnt="0"/>
      <dgm:spPr/>
    </dgm:pt>
    <dgm:pt modelId="{5595323D-6030-493D-BB40-4BBD39DC613C}" type="pres">
      <dgm:prSet presAssocID="{2FBBBE66-9117-457B-837B-DC45D5681C88}" presName="bgRect" presStyleLbl="bgShp" presStyleIdx="1" presStyleCnt="6"/>
      <dgm:spPr/>
    </dgm:pt>
    <dgm:pt modelId="{5796C780-AB1E-4B29-9593-C6FF2968FE59}" type="pres">
      <dgm:prSet presAssocID="{2FBBBE66-9117-457B-837B-DC45D5681C8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769558F-EC60-4C14-A42A-C7C56AD4D2AF}" type="pres">
      <dgm:prSet presAssocID="{2FBBBE66-9117-457B-837B-DC45D5681C88}" presName="spaceRect" presStyleCnt="0"/>
      <dgm:spPr/>
    </dgm:pt>
    <dgm:pt modelId="{4E7E1B0B-5395-4C3C-8363-2B5457EEE456}" type="pres">
      <dgm:prSet presAssocID="{2FBBBE66-9117-457B-837B-DC45D5681C88}" presName="parTx" presStyleLbl="revTx" presStyleIdx="1" presStyleCnt="6">
        <dgm:presLayoutVars>
          <dgm:chMax val="0"/>
          <dgm:chPref val="0"/>
        </dgm:presLayoutVars>
      </dgm:prSet>
      <dgm:spPr/>
    </dgm:pt>
    <dgm:pt modelId="{B1CDB16C-597D-490F-ABBF-043F260948C6}" type="pres">
      <dgm:prSet presAssocID="{F2471175-0DF2-44AA-9C04-B4C2BA1A4B20}" presName="sibTrans" presStyleCnt="0"/>
      <dgm:spPr/>
    </dgm:pt>
    <dgm:pt modelId="{D47110D1-313D-4BCF-BED3-3A69DBC31FA5}" type="pres">
      <dgm:prSet presAssocID="{60573242-6799-42B3-8C61-C5145F72CCFE}" presName="compNode" presStyleCnt="0"/>
      <dgm:spPr/>
    </dgm:pt>
    <dgm:pt modelId="{344CC571-128C-4DD3-8B75-0BCC2E673A64}" type="pres">
      <dgm:prSet presAssocID="{60573242-6799-42B3-8C61-C5145F72CCFE}" presName="bgRect" presStyleLbl="bgShp" presStyleIdx="2" presStyleCnt="6"/>
      <dgm:spPr/>
    </dgm:pt>
    <dgm:pt modelId="{266F2223-8203-4F10-8780-C81DDFF5FCD0}" type="pres">
      <dgm:prSet presAssocID="{60573242-6799-42B3-8C61-C5145F72CCF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69F0EFA-17B8-481E-A31D-DCCD7F907DEB}" type="pres">
      <dgm:prSet presAssocID="{60573242-6799-42B3-8C61-C5145F72CCFE}" presName="spaceRect" presStyleCnt="0"/>
      <dgm:spPr/>
    </dgm:pt>
    <dgm:pt modelId="{C8751A22-F122-4E24-9AF2-3B3430D22A37}" type="pres">
      <dgm:prSet presAssocID="{60573242-6799-42B3-8C61-C5145F72CCFE}" presName="parTx" presStyleLbl="revTx" presStyleIdx="2" presStyleCnt="6">
        <dgm:presLayoutVars>
          <dgm:chMax val="0"/>
          <dgm:chPref val="0"/>
        </dgm:presLayoutVars>
      </dgm:prSet>
      <dgm:spPr/>
    </dgm:pt>
    <dgm:pt modelId="{BE83937A-194A-46D6-A581-4CD9641CA32C}" type="pres">
      <dgm:prSet presAssocID="{56AC86B8-7216-4A6A-95AE-9F76840E6E61}" presName="sibTrans" presStyleCnt="0"/>
      <dgm:spPr/>
    </dgm:pt>
    <dgm:pt modelId="{8428874C-BC9F-46B5-8168-1F27D9E3D9D9}" type="pres">
      <dgm:prSet presAssocID="{D59FAAE4-E128-4C99-80B4-8ADBD49CD7F2}" presName="compNode" presStyleCnt="0"/>
      <dgm:spPr/>
    </dgm:pt>
    <dgm:pt modelId="{B3F955AF-B0CD-4837-9685-216F506B547F}" type="pres">
      <dgm:prSet presAssocID="{D59FAAE4-E128-4C99-80B4-8ADBD49CD7F2}" presName="bgRect" presStyleLbl="bgShp" presStyleIdx="3" presStyleCnt="6"/>
      <dgm:spPr/>
    </dgm:pt>
    <dgm:pt modelId="{966B0C65-A0D4-4B77-A68A-A4545BC4D2C4}" type="pres">
      <dgm:prSet presAssocID="{D59FAAE4-E128-4C99-80B4-8ADBD49CD7F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62A0125-10A0-4525-B281-F2EA2E8F169D}" type="pres">
      <dgm:prSet presAssocID="{D59FAAE4-E128-4C99-80B4-8ADBD49CD7F2}" presName="spaceRect" presStyleCnt="0"/>
      <dgm:spPr/>
    </dgm:pt>
    <dgm:pt modelId="{5D61F787-9F47-45EA-9848-32735D1FE348}" type="pres">
      <dgm:prSet presAssocID="{D59FAAE4-E128-4C99-80B4-8ADBD49CD7F2}" presName="parTx" presStyleLbl="revTx" presStyleIdx="3" presStyleCnt="6">
        <dgm:presLayoutVars>
          <dgm:chMax val="0"/>
          <dgm:chPref val="0"/>
        </dgm:presLayoutVars>
      </dgm:prSet>
      <dgm:spPr/>
    </dgm:pt>
    <dgm:pt modelId="{675D282B-5648-42A3-9444-139656C15721}" type="pres">
      <dgm:prSet presAssocID="{77E582E9-A61A-4BF8-B990-1AD3FDB65E6E}" presName="sibTrans" presStyleCnt="0"/>
      <dgm:spPr/>
    </dgm:pt>
    <dgm:pt modelId="{2E25AA2D-1DC5-458F-96BC-B9235BF78EC9}" type="pres">
      <dgm:prSet presAssocID="{14ACF75C-16DC-45AB-8449-F4C2293932DE}" presName="compNode" presStyleCnt="0"/>
      <dgm:spPr/>
    </dgm:pt>
    <dgm:pt modelId="{33416501-7B30-4DAF-8269-4E9BD8D078C1}" type="pres">
      <dgm:prSet presAssocID="{14ACF75C-16DC-45AB-8449-F4C2293932DE}" presName="bgRect" presStyleLbl="bgShp" presStyleIdx="4" presStyleCnt="6"/>
      <dgm:spPr/>
    </dgm:pt>
    <dgm:pt modelId="{F46026F9-8947-4C3E-9D52-C5C79D25F207}" type="pres">
      <dgm:prSet presAssocID="{14ACF75C-16DC-45AB-8449-F4C2293932D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0C5B9995-67F0-4626-ADA5-26B208133D97}" type="pres">
      <dgm:prSet presAssocID="{14ACF75C-16DC-45AB-8449-F4C2293932DE}" presName="spaceRect" presStyleCnt="0"/>
      <dgm:spPr/>
    </dgm:pt>
    <dgm:pt modelId="{367B83EB-A231-4F2F-8CBB-CC719CA2A1E5}" type="pres">
      <dgm:prSet presAssocID="{14ACF75C-16DC-45AB-8449-F4C2293932DE}" presName="parTx" presStyleLbl="revTx" presStyleIdx="4" presStyleCnt="6">
        <dgm:presLayoutVars>
          <dgm:chMax val="0"/>
          <dgm:chPref val="0"/>
        </dgm:presLayoutVars>
      </dgm:prSet>
      <dgm:spPr/>
    </dgm:pt>
    <dgm:pt modelId="{8015EA31-16B1-493E-BD86-746DEFB22B50}" type="pres">
      <dgm:prSet presAssocID="{99A0192B-BF01-4AB0-9E0A-9061F54F21D2}" presName="sibTrans" presStyleCnt="0"/>
      <dgm:spPr/>
    </dgm:pt>
    <dgm:pt modelId="{1890F8A5-596C-4D9D-B37D-53E62A2DFF77}" type="pres">
      <dgm:prSet presAssocID="{BE1F8905-FF98-460E-864B-2013A061FFA5}" presName="compNode" presStyleCnt="0"/>
      <dgm:spPr/>
    </dgm:pt>
    <dgm:pt modelId="{B833C044-B275-4680-9317-6E453D43B0F4}" type="pres">
      <dgm:prSet presAssocID="{BE1F8905-FF98-460E-864B-2013A061FFA5}" presName="bgRect" presStyleLbl="bgShp" presStyleIdx="5" presStyleCnt="6"/>
      <dgm:spPr/>
    </dgm:pt>
    <dgm:pt modelId="{B81A651E-B25C-45DE-B0D1-512ABD1494A9}" type="pres">
      <dgm:prSet presAssocID="{BE1F8905-FF98-460E-864B-2013A061FFA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9F2F0FD-EE48-4D87-BC5E-40901E349764}" type="pres">
      <dgm:prSet presAssocID="{BE1F8905-FF98-460E-864B-2013A061FFA5}" presName="spaceRect" presStyleCnt="0"/>
      <dgm:spPr/>
    </dgm:pt>
    <dgm:pt modelId="{6C25C1CD-B385-4298-AC0D-E5EB95519316}" type="pres">
      <dgm:prSet presAssocID="{BE1F8905-FF98-460E-864B-2013A061FFA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6691505-6B1A-4525-81A4-029A6210736A}" srcId="{8DBD354C-A4F5-44AE-806A-85288AF70138}" destId="{BE1F8905-FF98-460E-864B-2013A061FFA5}" srcOrd="5" destOrd="0" parTransId="{B432CC07-BC70-44EA-BE05-D367AA0E95E2}" sibTransId="{1FE00580-9778-4099-B090-0B63E63A7F8C}"/>
    <dgm:cxn modelId="{F51FBF0C-6F6E-4235-9EBC-A5BAD3DD6AAD}" srcId="{8DBD354C-A4F5-44AE-806A-85288AF70138}" destId="{D59FAAE4-E128-4C99-80B4-8ADBD49CD7F2}" srcOrd="3" destOrd="0" parTransId="{B8E36C48-D91D-4910-A943-CEA770601569}" sibTransId="{77E582E9-A61A-4BF8-B990-1AD3FDB65E6E}"/>
    <dgm:cxn modelId="{10F5D10D-F55D-4868-B389-7927236D17EF}" srcId="{8DBD354C-A4F5-44AE-806A-85288AF70138}" destId="{A52A4BD2-4F22-4CB6-AD78-B7512D8F4309}" srcOrd="0" destOrd="0" parTransId="{7F27C288-2419-403A-A17A-70E6F3020D5F}" sibTransId="{58F55B0B-5AFC-4C1A-9CA6-CFAAE668FAEF}"/>
    <dgm:cxn modelId="{474AE70F-8C13-4A6A-8F6E-0CFE8A9D35F8}" type="presOf" srcId="{D59FAAE4-E128-4C99-80B4-8ADBD49CD7F2}" destId="{5D61F787-9F47-45EA-9848-32735D1FE348}" srcOrd="0" destOrd="0" presId="urn:microsoft.com/office/officeart/2018/2/layout/IconVerticalSolidList"/>
    <dgm:cxn modelId="{5120181B-96F5-42E0-BAB4-D7A344F52232}" srcId="{8DBD354C-A4F5-44AE-806A-85288AF70138}" destId="{2FBBBE66-9117-457B-837B-DC45D5681C88}" srcOrd="1" destOrd="0" parTransId="{F697177E-4556-402C-AEAE-A40DFD179545}" sibTransId="{F2471175-0DF2-44AA-9C04-B4C2BA1A4B20}"/>
    <dgm:cxn modelId="{02579D32-C0BA-439B-9D3F-A560F8759CE4}" type="presOf" srcId="{A52A4BD2-4F22-4CB6-AD78-B7512D8F4309}" destId="{A36971A7-0FBD-4BFF-A490-CBB3469E86E0}" srcOrd="0" destOrd="0" presId="urn:microsoft.com/office/officeart/2018/2/layout/IconVerticalSolidList"/>
    <dgm:cxn modelId="{5ED0E63C-7EBC-4FE4-A669-9E11647FADD0}" type="presOf" srcId="{BE1F8905-FF98-460E-864B-2013A061FFA5}" destId="{6C25C1CD-B385-4298-AC0D-E5EB95519316}" srcOrd="0" destOrd="0" presId="urn:microsoft.com/office/officeart/2018/2/layout/IconVerticalSolidList"/>
    <dgm:cxn modelId="{85D3806C-CFC5-492C-80DE-D088E111C983}" srcId="{8DBD354C-A4F5-44AE-806A-85288AF70138}" destId="{14ACF75C-16DC-45AB-8449-F4C2293932DE}" srcOrd="4" destOrd="0" parTransId="{F7062D46-5947-46F4-971E-E3C46ECBF09C}" sibTransId="{99A0192B-BF01-4AB0-9E0A-9061F54F21D2}"/>
    <dgm:cxn modelId="{1919A053-C307-4289-9E32-CF520308BC33}" type="presOf" srcId="{2FBBBE66-9117-457B-837B-DC45D5681C88}" destId="{4E7E1B0B-5395-4C3C-8363-2B5457EEE456}" srcOrd="0" destOrd="0" presId="urn:microsoft.com/office/officeart/2018/2/layout/IconVerticalSolidList"/>
    <dgm:cxn modelId="{EE7D9196-606F-4779-9729-0BF3093EF991}" srcId="{8DBD354C-A4F5-44AE-806A-85288AF70138}" destId="{60573242-6799-42B3-8C61-C5145F72CCFE}" srcOrd="2" destOrd="0" parTransId="{E90F4A69-0E4F-4401-A9DB-BAD2F5763B38}" sibTransId="{56AC86B8-7216-4A6A-95AE-9F76840E6E61}"/>
    <dgm:cxn modelId="{A1CD51B6-5168-43C4-BEEC-3427D5F448EC}" type="presOf" srcId="{14ACF75C-16DC-45AB-8449-F4C2293932DE}" destId="{367B83EB-A231-4F2F-8CBB-CC719CA2A1E5}" srcOrd="0" destOrd="0" presId="urn:microsoft.com/office/officeart/2018/2/layout/IconVerticalSolidList"/>
    <dgm:cxn modelId="{42108CD5-F9D9-4E6D-B16E-433AAD3D199F}" type="presOf" srcId="{8DBD354C-A4F5-44AE-806A-85288AF70138}" destId="{F6B6B4B3-994E-4F34-9127-C3A87FA79204}" srcOrd="0" destOrd="0" presId="urn:microsoft.com/office/officeart/2018/2/layout/IconVerticalSolidList"/>
    <dgm:cxn modelId="{A46E14F2-0568-42F6-9667-D00453713386}" type="presOf" srcId="{60573242-6799-42B3-8C61-C5145F72CCFE}" destId="{C8751A22-F122-4E24-9AF2-3B3430D22A37}" srcOrd="0" destOrd="0" presId="urn:microsoft.com/office/officeart/2018/2/layout/IconVerticalSolidList"/>
    <dgm:cxn modelId="{64B3F0B5-389A-41DA-826D-15957EB2DCA4}" type="presParOf" srcId="{F6B6B4B3-994E-4F34-9127-C3A87FA79204}" destId="{C3BCEDB0-56AF-46B1-9ABE-4551532BBFF9}" srcOrd="0" destOrd="0" presId="urn:microsoft.com/office/officeart/2018/2/layout/IconVerticalSolidList"/>
    <dgm:cxn modelId="{B38C35A6-45BF-490A-B1F1-187452F43F57}" type="presParOf" srcId="{C3BCEDB0-56AF-46B1-9ABE-4551532BBFF9}" destId="{4CA6E718-2E60-4AA3-8D21-7DEFF9815FAA}" srcOrd="0" destOrd="0" presId="urn:microsoft.com/office/officeart/2018/2/layout/IconVerticalSolidList"/>
    <dgm:cxn modelId="{E0A16FA2-99B8-4C3D-927B-E452A6CB56AD}" type="presParOf" srcId="{C3BCEDB0-56AF-46B1-9ABE-4551532BBFF9}" destId="{892B704A-081F-423B-AC61-9FA72196ABE0}" srcOrd="1" destOrd="0" presId="urn:microsoft.com/office/officeart/2018/2/layout/IconVerticalSolidList"/>
    <dgm:cxn modelId="{EC67E103-956D-4981-9A84-B21DDD71C1C4}" type="presParOf" srcId="{C3BCEDB0-56AF-46B1-9ABE-4551532BBFF9}" destId="{CD723EE4-A75E-4644-90E1-4BB4EE6437A2}" srcOrd="2" destOrd="0" presId="urn:microsoft.com/office/officeart/2018/2/layout/IconVerticalSolidList"/>
    <dgm:cxn modelId="{F26E2B43-4935-4B56-8C28-FD0C756040F6}" type="presParOf" srcId="{C3BCEDB0-56AF-46B1-9ABE-4551532BBFF9}" destId="{A36971A7-0FBD-4BFF-A490-CBB3469E86E0}" srcOrd="3" destOrd="0" presId="urn:microsoft.com/office/officeart/2018/2/layout/IconVerticalSolidList"/>
    <dgm:cxn modelId="{D0B42208-AE86-4B7F-94AF-C36C0C459142}" type="presParOf" srcId="{F6B6B4B3-994E-4F34-9127-C3A87FA79204}" destId="{FAD833BF-94FB-4B23-BF54-2AA04328FC4C}" srcOrd="1" destOrd="0" presId="urn:microsoft.com/office/officeart/2018/2/layout/IconVerticalSolidList"/>
    <dgm:cxn modelId="{31C2B9A7-B9A4-4853-9202-8BD0A176E236}" type="presParOf" srcId="{F6B6B4B3-994E-4F34-9127-C3A87FA79204}" destId="{EEEFFB6F-FD42-4391-BD35-7BDD5636D9D4}" srcOrd="2" destOrd="0" presId="urn:microsoft.com/office/officeart/2018/2/layout/IconVerticalSolidList"/>
    <dgm:cxn modelId="{814EC5FA-0F1D-4893-819C-8025B08BE3A1}" type="presParOf" srcId="{EEEFFB6F-FD42-4391-BD35-7BDD5636D9D4}" destId="{5595323D-6030-493D-BB40-4BBD39DC613C}" srcOrd="0" destOrd="0" presId="urn:microsoft.com/office/officeart/2018/2/layout/IconVerticalSolidList"/>
    <dgm:cxn modelId="{DC2ED49E-CA9C-4E06-9F0E-7E1BDC7D52D0}" type="presParOf" srcId="{EEEFFB6F-FD42-4391-BD35-7BDD5636D9D4}" destId="{5796C780-AB1E-4B29-9593-C6FF2968FE59}" srcOrd="1" destOrd="0" presId="urn:microsoft.com/office/officeart/2018/2/layout/IconVerticalSolidList"/>
    <dgm:cxn modelId="{E832EECF-5830-42E6-ADA2-04A81F86787E}" type="presParOf" srcId="{EEEFFB6F-FD42-4391-BD35-7BDD5636D9D4}" destId="{D769558F-EC60-4C14-A42A-C7C56AD4D2AF}" srcOrd="2" destOrd="0" presId="urn:microsoft.com/office/officeart/2018/2/layout/IconVerticalSolidList"/>
    <dgm:cxn modelId="{F60EA970-AE5F-4EC5-B795-D64CA846636A}" type="presParOf" srcId="{EEEFFB6F-FD42-4391-BD35-7BDD5636D9D4}" destId="{4E7E1B0B-5395-4C3C-8363-2B5457EEE456}" srcOrd="3" destOrd="0" presId="urn:microsoft.com/office/officeart/2018/2/layout/IconVerticalSolidList"/>
    <dgm:cxn modelId="{F2AB3272-1A27-426D-80B4-31A9D8399676}" type="presParOf" srcId="{F6B6B4B3-994E-4F34-9127-C3A87FA79204}" destId="{B1CDB16C-597D-490F-ABBF-043F260948C6}" srcOrd="3" destOrd="0" presId="urn:microsoft.com/office/officeart/2018/2/layout/IconVerticalSolidList"/>
    <dgm:cxn modelId="{38FC2159-8344-4FC6-95EC-AE35B4344D76}" type="presParOf" srcId="{F6B6B4B3-994E-4F34-9127-C3A87FA79204}" destId="{D47110D1-313D-4BCF-BED3-3A69DBC31FA5}" srcOrd="4" destOrd="0" presId="urn:microsoft.com/office/officeart/2018/2/layout/IconVerticalSolidList"/>
    <dgm:cxn modelId="{CECC0F42-2E90-4A00-9E66-DB01A2BC96B5}" type="presParOf" srcId="{D47110D1-313D-4BCF-BED3-3A69DBC31FA5}" destId="{344CC571-128C-4DD3-8B75-0BCC2E673A64}" srcOrd="0" destOrd="0" presId="urn:microsoft.com/office/officeart/2018/2/layout/IconVerticalSolidList"/>
    <dgm:cxn modelId="{4EE6821F-0776-421F-BE60-33FECF83D7B8}" type="presParOf" srcId="{D47110D1-313D-4BCF-BED3-3A69DBC31FA5}" destId="{266F2223-8203-4F10-8780-C81DDFF5FCD0}" srcOrd="1" destOrd="0" presId="urn:microsoft.com/office/officeart/2018/2/layout/IconVerticalSolidList"/>
    <dgm:cxn modelId="{76F29DEC-0B9C-47FE-9F26-E3C6A1C5FF22}" type="presParOf" srcId="{D47110D1-313D-4BCF-BED3-3A69DBC31FA5}" destId="{A69F0EFA-17B8-481E-A31D-DCCD7F907DEB}" srcOrd="2" destOrd="0" presId="urn:microsoft.com/office/officeart/2018/2/layout/IconVerticalSolidList"/>
    <dgm:cxn modelId="{B3EA83FC-28B3-451C-9C77-07D7EF1FEEC3}" type="presParOf" srcId="{D47110D1-313D-4BCF-BED3-3A69DBC31FA5}" destId="{C8751A22-F122-4E24-9AF2-3B3430D22A37}" srcOrd="3" destOrd="0" presId="urn:microsoft.com/office/officeart/2018/2/layout/IconVerticalSolidList"/>
    <dgm:cxn modelId="{C469807B-504E-435B-943F-A6E937CAC015}" type="presParOf" srcId="{F6B6B4B3-994E-4F34-9127-C3A87FA79204}" destId="{BE83937A-194A-46D6-A581-4CD9641CA32C}" srcOrd="5" destOrd="0" presId="urn:microsoft.com/office/officeart/2018/2/layout/IconVerticalSolidList"/>
    <dgm:cxn modelId="{90D7C1CE-018C-445C-8ECB-700FEF483DA9}" type="presParOf" srcId="{F6B6B4B3-994E-4F34-9127-C3A87FA79204}" destId="{8428874C-BC9F-46B5-8168-1F27D9E3D9D9}" srcOrd="6" destOrd="0" presId="urn:microsoft.com/office/officeart/2018/2/layout/IconVerticalSolidList"/>
    <dgm:cxn modelId="{2949E941-32FF-472B-A3E3-242858B8BCE8}" type="presParOf" srcId="{8428874C-BC9F-46B5-8168-1F27D9E3D9D9}" destId="{B3F955AF-B0CD-4837-9685-216F506B547F}" srcOrd="0" destOrd="0" presId="urn:microsoft.com/office/officeart/2018/2/layout/IconVerticalSolidList"/>
    <dgm:cxn modelId="{CDB6626A-5D11-49AB-B039-A1D0F10FC95F}" type="presParOf" srcId="{8428874C-BC9F-46B5-8168-1F27D9E3D9D9}" destId="{966B0C65-A0D4-4B77-A68A-A4545BC4D2C4}" srcOrd="1" destOrd="0" presId="urn:microsoft.com/office/officeart/2018/2/layout/IconVerticalSolidList"/>
    <dgm:cxn modelId="{98F33E0D-CC09-4651-A69A-5C62EF7AB4D7}" type="presParOf" srcId="{8428874C-BC9F-46B5-8168-1F27D9E3D9D9}" destId="{E62A0125-10A0-4525-B281-F2EA2E8F169D}" srcOrd="2" destOrd="0" presId="urn:microsoft.com/office/officeart/2018/2/layout/IconVerticalSolidList"/>
    <dgm:cxn modelId="{653875EA-CAB2-4405-98EA-F25D2564FE8C}" type="presParOf" srcId="{8428874C-BC9F-46B5-8168-1F27D9E3D9D9}" destId="{5D61F787-9F47-45EA-9848-32735D1FE348}" srcOrd="3" destOrd="0" presId="urn:microsoft.com/office/officeart/2018/2/layout/IconVerticalSolidList"/>
    <dgm:cxn modelId="{9D98C406-7110-40CB-A6E9-B06F03244599}" type="presParOf" srcId="{F6B6B4B3-994E-4F34-9127-C3A87FA79204}" destId="{675D282B-5648-42A3-9444-139656C15721}" srcOrd="7" destOrd="0" presId="urn:microsoft.com/office/officeart/2018/2/layout/IconVerticalSolidList"/>
    <dgm:cxn modelId="{2766EF03-DB80-431F-B6C6-00E7B06D510B}" type="presParOf" srcId="{F6B6B4B3-994E-4F34-9127-C3A87FA79204}" destId="{2E25AA2D-1DC5-458F-96BC-B9235BF78EC9}" srcOrd="8" destOrd="0" presId="urn:microsoft.com/office/officeart/2018/2/layout/IconVerticalSolidList"/>
    <dgm:cxn modelId="{1406312F-565D-4F17-8D77-A9518A240259}" type="presParOf" srcId="{2E25AA2D-1DC5-458F-96BC-B9235BF78EC9}" destId="{33416501-7B30-4DAF-8269-4E9BD8D078C1}" srcOrd="0" destOrd="0" presId="urn:microsoft.com/office/officeart/2018/2/layout/IconVerticalSolidList"/>
    <dgm:cxn modelId="{3CB582A7-49E2-496E-B6EC-1CAA54CE73DE}" type="presParOf" srcId="{2E25AA2D-1DC5-458F-96BC-B9235BF78EC9}" destId="{F46026F9-8947-4C3E-9D52-C5C79D25F207}" srcOrd="1" destOrd="0" presId="urn:microsoft.com/office/officeart/2018/2/layout/IconVerticalSolidList"/>
    <dgm:cxn modelId="{1AEE0BFD-93CD-4F80-8B15-D3BE323AF36A}" type="presParOf" srcId="{2E25AA2D-1DC5-458F-96BC-B9235BF78EC9}" destId="{0C5B9995-67F0-4626-ADA5-26B208133D97}" srcOrd="2" destOrd="0" presId="urn:microsoft.com/office/officeart/2018/2/layout/IconVerticalSolidList"/>
    <dgm:cxn modelId="{DB8E4F0A-C7D8-4959-AED9-6EFBD9E626E4}" type="presParOf" srcId="{2E25AA2D-1DC5-458F-96BC-B9235BF78EC9}" destId="{367B83EB-A231-4F2F-8CBB-CC719CA2A1E5}" srcOrd="3" destOrd="0" presId="urn:microsoft.com/office/officeart/2018/2/layout/IconVerticalSolidList"/>
    <dgm:cxn modelId="{9A11CC5D-71EF-4381-8C0E-F62EB0007493}" type="presParOf" srcId="{F6B6B4B3-994E-4F34-9127-C3A87FA79204}" destId="{8015EA31-16B1-493E-BD86-746DEFB22B50}" srcOrd="9" destOrd="0" presId="urn:microsoft.com/office/officeart/2018/2/layout/IconVerticalSolidList"/>
    <dgm:cxn modelId="{FA00B6E7-35E0-4F86-BE06-48FB5FD7DD45}" type="presParOf" srcId="{F6B6B4B3-994E-4F34-9127-C3A87FA79204}" destId="{1890F8A5-596C-4D9D-B37D-53E62A2DFF77}" srcOrd="10" destOrd="0" presId="urn:microsoft.com/office/officeart/2018/2/layout/IconVerticalSolidList"/>
    <dgm:cxn modelId="{25F9F88C-F67A-4BC1-A694-6EB5F1A42D0E}" type="presParOf" srcId="{1890F8A5-596C-4D9D-B37D-53E62A2DFF77}" destId="{B833C044-B275-4680-9317-6E453D43B0F4}" srcOrd="0" destOrd="0" presId="urn:microsoft.com/office/officeart/2018/2/layout/IconVerticalSolidList"/>
    <dgm:cxn modelId="{0D259CF7-FBD3-4FF3-89B2-EB3E762B11D1}" type="presParOf" srcId="{1890F8A5-596C-4D9D-B37D-53E62A2DFF77}" destId="{B81A651E-B25C-45DE-B0D1-512ABD1494A9}" srcOrd="1" destOrd="0" presId="urn:microsoft.com/office/officeart/2018/2/layout/IconVerticalSolidList"/>
    <dgm:cxn modelId="{4DC9E074-04F2-4872-A77A-15880CAA8096}" type="presParOf" srcId="{1890F8A5-596C-4D9D-B37D-53E62A2DFF77}" destId="{D9F2F0FD-EE48-4D87-BC5E-40901E349764}" srcOrd="2" destOrd="0" presId="urn:microsoft.com/office/officeart/2018/2/layout/IconVerticalSolidList"/>
    <dgm:cxn modelId="{1695A415-C831-424D-A827-9A2E05B80CF5}" type="presParOf" srcId="{1890F8A5-596C-4D9D-B37D-53E62A2DFF77}" destId="{6C25C1CD-B385-4298-AC0D-E5EB955193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3B05A9-33EF-4E50-ACBB-93B9EBD981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09C9D5-5DD4-4625-A44C-5D7670D483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Build reliable real-time data pipeline</a:t>
          </a:r>
        </a:p>
      </dgm:t>
    </dgm:pt>
    <dgm:pt modelId="{57D1683B-F1CC-4A8E-BC60-B9A81D0F740A}" type="parTrans" cxnId="{09081678-3844-46FC-B613-827E737388FD}">
      <dgm:prSet/>
      <dgm:spPr/>
      <dgm:t>
        <a:bodyPr/>
        <a:lstStyle/>
        <a:p>
          <a:endParaRPr lang="en-US"/>
        </a:p>
      </dgm:t>
    </dgm:pt>
    <dgm:pt modelId="{226D2E96-4052-4187-8EC7-F6A215B19A87}" type="sibTrans" cxnId="{09081678-3844-46FC-B613-827E737388FD}">
      <dgm:prSet/>
      <dgm:spPr/>
      <dgm:t>
        <a:bodyPr/>
        <a:lstStyle/>
        <a:p>
          <a:endParaRPr lang="en-US"/>
        </a:p>
      </dgm:t>
    </dgm:pt>
    <dgm:pt modelId="{B0BA4BF5-CF54-445E-AB80-836F6F78C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Ensure schema validation and data consistency</a:t>
          </a:r>
        </a:p>
      </dgm:t>
    </dgm:pt>
    <dgm:pt modelId="{FE110D15-B55B-4F73-B58E-6C53D980BC66}" type="parTrans" cxnId="{3BA812C2-ECBA-487B-AE2D-3B159CB3F8DE}">
      <dgm:prSet/>
      <dgm:spPr/>
      <dgm:t>
        <a:bodyPr/>
        <a:lstStyle/>
        <a:p>
          <a:endParaRPr lang="en-US"/>
        </a:p>
      </dgm:t>
    </dgm:pt>
    <dgm:pt modelId="{198C2351-4F55-4242-94D3-FFA038AF209A}" type="sibTrans" cxnId="{3BA812C2-ECBA-487B-AE2D-3B159CB3F8DE}">
      <dgm:prSet/>
      <dgm:spPr/>
      <dgm:t>
        <a:bodyPr/>
        <a:lstStyle/>
        <a:p>
          <a:endParaRPr lang="en-US"/>
        </a:p>
      </dgm:t>
    </dgm:pt>
    <dgm:pt modelId="{CFCFBF17-2E37-40B9-AF0E-1F81C80D14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Store data in optimized format (Parquet + Snappy)</a:t>
          </a:r>
        </a:p>
      </dgm:t>
    </dgm:pt>
    <dgm:pt modelId="{0D96F2B4-588C-44B8-AED0-749FF913CEE5}" type="parTrans" cxnId="{8C327EED-B864-4F7C-ADBD-B64644BBA16D}">
      <dgm:prSet/>
      <dgm:spPr/>
      <dgm:t>
        <a:bodyPr/>
        <a:lstStyle/>
        <a:p>
          <a:endParaRPr lang="en-US"/>
        </a:p>
      </dgm:t>
    </dgm:pt>
    <dgm:pt modelId="{05C27833-BC00-4A57-9616-47A5935E40DD}" type="sibTrans" cxnId="{8C327EED-B864-4F7C-ADBD-B64644BBA16D}">
      <dgm:prSet/>
      <dgm:spPr/>
      <dgm:t>
        <a:bodyPr/>
        <a:lstStyle/>
        <a:p>
          <a:endParaRPr lang="en-US"/>
        </a:p>
      </dgm:t>
    </dgm:pt>
    <dgm:pt modelId="{0A5753CD-1219-4790-9B65-193CE6CD9B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Enable analytical querying using Hive</a:t>
          </a:r>
        </a:p>
      </dgm:t>
    </dgm:pt>
    <dgm:pt modelId="{9605411C-B66F-432D-BF8E-1EEA8487A585}" type="parTrans" cxnId="{30AA2B23-ADFA-49EB-970F-A2F8410A4211}">
      <dgm:prSet/>
      <dgm:spPr/>
      <dgm:t>
        <a:bodyPr/>
        <a:lstStyle/>
        <a:p>
          <a:endParaRPr lang="en-US"/>
        </a:p>
      </dgm:t>
    </dgm:pt>
    <dgm:pt modelId="{2CB1122A-FCA0-4CB9-9FAA-F80C3B73CED4}" type="sibTrans" cxnId="{30AA2B23-ADFA-49EB-970F-A2F8410A4211}">
      <dgm:prSet/>
      <dgm:spPr/>
      <dgm:t>
        <a:bodyPr/>
        <a:lstStyle/>
        <a:p>
          <a:endParaRPr lang="en-US"/>
        </a:p>
      </dgm:t>
    </dgm:pt>
    <dgm:pt modelId="{8D9191BD-8C3E-4F1F-9759-1B796184CD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Automate pipeline scheduling and monitoring</a:t>
          </a:r>
        </a:p>
      </dgm:t>
    </dgm:pt>
    <dgm:pt modelId="{2D5A506D-1E4A-4275-B0D5-0BD4B4832A86}" type="parTrans" cxnId="{2114B6E8-C053-4F3F-9FAC-C7A79651D197}">
      <dgm:prSet/>
      <dgm:spPr/>
      <dgm:t>
        <a:bodyPr/>
        <a:lstStyle/>
        <a:p>
          <a:endParaRPr lang="en-US"/>
        </a:p>
      </dgm:t>
    </dgm:pt>
    <dgm:pt modelId="{7F36D145-AABE-4AC9-802C-EFFB831771D0}" type="sibTrans" cxnId="{2114B6E8-C053-4F3F-9FAC-C7A79651D197}">
      <dgm:prSet/>
      <dgm:spPr/>
      <dgm:t>
        <a:bodyPr/>
        <a:lstStyle/>
        <a:p>
          <a:endParaRPr lang="en-US"/>
        </a:p>
      </dgm:t>
    </dgm:pt>
    <dgm:pt modelId="{09132A81-2E50-4350-A7C3-D3985853C066}" type="pres">
      <dgm:prSet presAssocID="{1C3B05A9-33EF-4E50-ACBB-93B9EBD9819F}" presName="root" presStyleCnt="0">
        <dgm:presLayoutVars>
          <dgm:dir/>
          <dgm:resizeHandles val="exact"/>
        </dgm:presLayoutVars>
      </dgm:prSet>
      <dgm:spPr/>
    </dgm:pt>
    <dgm:pt modelId="{F93C7963-0296-406C-A4F5-83748D078E87}" type="pres">
      <dgm:prSet presAssocID="{E909C9D5-5DD4-4625-A44C-5D7670D483A6}" presName="compNode" presStyleCnt="0"/>
      <dgm:spPr/>
    </dgm:pt>
    <dgm:pt modelId="{4DF73343-1645-4537-8943-EA77B1815758}" type="pres">
      <dgm:prSet presAssocID="{E909C9D5-5DD4-4625-A44C-5D7670D483A6}" presName="bgRect" presStyleLbl="bgShp" presStyleIdx="0" presStyleCnt="5"/>
      <dgm:spPr/>
    </dgm:pt>
    <dgm:pt modelId="{03520BE4-E7B5-43D4-BA11-00E17AE1FBC5}" type="pres">
      <dgm:prSet presAssocID="{E909C9D5-5DD4-4625-A44C-5D7670D483A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126A0CF-6DCD-460B-95D0-14AB8ECECEC6}" type="pres">
      <dgm:prSet presAssocID="{E909C9D5-5DD4-4625-A44C-5D7670D483A6}" presName="spaceRect" presStyleCnt="0"/>
      <dgm:spPr/>
    </dgm:pt>
    <dgm:pt modelId="{730DB26E-A6B1-4C70-AE81-E7739B7FD3CC}" type="pres">
      <dgm:prSet presAssocID="{E909C9D5-5DD4-4625-A44C-5D7670D483A6}" presName="parTx" presStyleLbl="revTx" presStyleIdx="0" presStyleCnt="5">
        <dgm:presLayoutVars>
          <dgm:chMax val="0"/>
          <dgm:chPref val="0"/>
        </dgm:presLayoutVars>
      </dgm:prSet>
      <dgm:spPr/>
    </dgm:pt>
    <dgm:pt modelId="{1EF4C331-160E-4C0E-9E85-00C606C481AC}" type="pres">
      <dgm:prSet presAssocID="{226D2E96-4052-4187-8EC7-F6A215B19A87}" presName="sibTrans" presStyleCnt="0"/>
      <dgm:spPr/>
    </dgm:pt>
    <dgm:pt modelId="{C42E0675-1D04-4854-B0C7-CA1E17D94E1B}" type="pres">
      <dgm:prSet presAssocID="{B0BA4BF5-CF54-445E-AB80-836F6F78C618}" presName="compNode" presStyleCnt="0"/>
      <dgm:spPr/>
    </dgm:pt>
    <dgm:pt modelId="{07A7B22C-7755-4262-A08F-B21E90809056}" type="pres">
      <dgm:prSet presAssocID="{B0BA4BF5-CF54-445E-AB80-836F6F78C618}" presName="bgRect" presStyleLbl="bgShp" presStyleIdx="1" presStyleCnt="5"/>
      <dgm:spPr/>
    </dgm:pt>
    <dgm:pt modelId="{3B9D931B-9450-4D27-B769-7AC797038F44}" type="pres">
      <dgm:prSet presAssocID="{B0BA4BF5-CF54-445E-AB80-836F6F78C61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0BD3582-EB39-44C1-8294-8E65EB49E1CB}" type="pres">
      <dgm:prSet presAssocID="{B0BA4BF5-CF54-445E-AB80-836F6F78C618}" presName="spaceRect" presStyleCnt="0"/>
      <dgm:spPr/>
    </dgm:pt>
    <dgm:pt modelId="{BA3F1166-E68E-4F7D-8B7B-185A711379C7}" type="pres">
      <dgm:prSet presAssocID="{B0BA4BF5-CF54-445E-AB80-836F6F78C618}" presName="parTx" presStyleLbl="revTx" presStyleIdx="1" presStyleCnt="5">
        <dgm:presLayoutVars>
          <dgm:chMax val="0"/>
          <dgm:chPref val="0"/>
        </dgm:presLayoutVars>
      </dgm:prSet>
      <dgm:spPr/>
    </dgm:pt>
    <dgm:pt modelId="{24E0FBF1-92FD-444E-A8B4-B6E6C640A8EB}" type="pres">
      <dgm:prSet presAssocID="{198C2351-4F55-4242-94D3-FFA038AF209A}" presName="sibTrans" presStyleCnt="0"/>
      <dgm:spPr/>
    </dgm:pt>
    <dgm:pt modelId="{FD1AA579-D162-4CD9-8CA8-8F847ED3AB32}" type="pres">
      <dgm:prSet presAssocID="{CFCFBF17-2E37-40B9-AF0E-1F81C80D14C9}" presName="compNode" presStyleCnt="0"/>
      <dgm:spPr/>
    </dgm:pt>
    <dgm:pt modelId="{FFC15D6B-14A1-419C-AA5C-D5E31311D5A3}" type="pres">
      <dgm:prSet presAssocID="{CFCFBF17-2E37-40B9-AF0E-1F81C80D14C9}" presName="bgRect" presStyleLbl="bgShp" presStyleIdx="2" presStyleCnt="5"/>
      <dgm:spPr/>
    </dgm:pt>
    <dgm:pt modelId="{22783679-58F8-47CC-9CF9-95A4DCD505EF}" type="pres">
      <dgm:prSet presAssocID="{CFCFBF17-2E37-40B9-AF0E-1F81C80D14C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1E34F74-E740-43C0-9759-FDA9771373E0}" type="pres">
      <dgm:prSet presAssocID="{CFCFBF17-2E37-40B9-AF0E-1F81C80D14C9}" presName="spaceRect" presStyleCnt="0"/>
      <dgm:spPr/>
    </dgm:pt>
    <dgm:pt modelId="{85B08C3B-C5A0-44B1-8045-30287D472841}" type="pres">
      <dgm:prSet presAssocID="{CFCFBF17-2E37-40B9-AF0E-1F81C80D14C9}" presName="parTx" presStyleLbl="revTx" presStyleIdx="2" presStyleCnt="5">
        <dgm:presLayoutVars>
          <dgm:chMax val="0"/>
          <dgm:chPref val="0"/>
        </dgm:presLayoutVars>
      </dgm:prSet>
      <dgm:spPr/>
    </dgm:pt>
    <dgm:pt modelId="{0DB6A705-EB19-4EF4-AC6A-28B4ABD27FB7}" type="pres">
      <dgm:prSet presAssocID="{05C27833-BC00-4A57-9616-47A5935E40DD}" presName="sibTrans" presStyleCnt="0"/>
      <dgm:spPr/>
    </dgm:pt>
    <dgm:pt modelId="{00D96DBE-0316-40E6-8DE6-1B436DA402B1}" type="pres">
      <dgm:prSet presAssocID="{0A5753CD-1219-4790-9B65-193CE6CD9B87}" presName="compNode" presStyleCnt="0"/>
      <dgm:spPr/>
    </dgm:pt>
    <dgm:pt modelId="{1DDE0D2D-B9C3-4B1B-948C-0E8C1B2441D0}" type="pres">
      <dgm:prSet presAssocID="{0A5753CD-1219-4790-9B65-193CE6CD9B87}" presName="bgRect" presStyleLbl="bgShp" presStyleIdx="3" presStyleCnt="5"/>
      <dgm:spPr/>
    </dgm:pt>
    <dgm:pt modelId="{174F3E64-198A-49AE-B245-456D178375AA}" type="pres">
      <dgm:prSet presAssocID="{0A5753CD-1219-4790-9B65-193CE6CD9B8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2BD33D9-4E6E-4659-BD85-B379320A7F72}" type="pres">
      <dgm:prSet presAssocID="{0A5753CD-1219-4790-9B65-193CE6CD9B87}" presName="spaceRect" presStyleCnt="0"/>
      <dgm:spPr/>
    </dgm:pt>
    <dgm:pt modelId="{5EABCB7D-7380-4D34-8861-88511772865C}" type="pres">
      <dgm:prSet presAssocID="{0A5753CD-1219-4790-9B65-193CE6CD9B87}" presName="parTx" presStyleLbl="revTx" presStyleIdx="3" presStyleCnt="5">
        <dgm:presLayoutVars>
          <dgm:chMax val="0"/>
          <dgm:chPref val="0"/>
        </dgm:presLayoutVars>
      </dgm:prSet>
      <dgm:spPr/>
    </dgm:pt>
    <dgm:pt modelId="{19E42EC1-777F-4EF9-8D18-0B472F02871F}" type="pres">
      <dgm:prSet presAssocID="{2CB1122A-FCA0-4CB9-9FAA-F80C3B73CED4}" presName="sibTrans" presStyleCnt="0"/>
      <dgm:spPr/>
    </dgm:pt>
    <dgm:pt modelId="{E0F921E5-CBD6-4579-B8EE-ED3EBE2D8764}" type="pres">
      <dgm:prSet presAssocID="{8D9191BD-8C3E-4F1F-9759-1B796184CD1B}" presName="compNode" presStyleCnt="0"/>
      <dgm:spPr/>
    </dgm:pt>
    <dgm:pt modelId="{31671335-A8BB-414A-A8FA-FE1AC1DC891A}" type="pres">
      <dgm:prSet presAssocID="{8D9191BD-8C3E-4F1F-9759-1B796184CD1B}" presName="bgRect" presStyleLbl="bgShp" presStyleIdx="4" presStyleCnt="5"/>
      <dgm:spPr/>
    </dgm:pt>
    <dgm:pt modelId="{632AA8E2-58F3-4099-AAA5-B6625FA6541E}" type="pres">
      <dgm:prSet presAssocID="{8D9191BD-8C3E-4F1F-9759-1B796184CD1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47FA66E6-D3B4-4C15-9936-903DC0663BE4}" type="pres">
      <dgm:prSet presAssocID="{8D9191BD-8C3E-4F1F-9759-1B796184CD1B}" presName="spaceRect" presStyleCnt="0"/>
      <dgm:spPr/>
    </dgm:pt>
    <dgm:pt modelId="{EFD94B41-8515-48DC-9F1C-744BA7399DF3}" type="pres">
      <dgm:prSet presAssocID="{8D9191BD-8C3E-4F1F-9759-1B796184CD1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0AA2B23-ADFA-49EB-970F-A2F8410A4211}" srcId="{1C3B05A9-33EF-4E50-ACBB-93B9EBD9819F}" destId="{0A5753CD-1219-4790-9B65-193CE6CD9B87}" srcOrd="3" destOrd="0" parTransId="{9605411C-B66F-432D-BF8E-1EEA8487A585}" sibTransId="{2CB1122A-FCA0-4CB9-9FAA-F80C3B73CED4}"/>
    <dgm:cxn modelId="{5FD1ED2F-C0BA-44D0-8593-05F7392D11C2}" type="presOf" srcId="{8D9191BD-8C3E-4F1F-9759-1B796184CD1B}" destId="{EFD94B41-8515-48DC-9F1C-744BA7399DF3}" srcOrd="0" destOrd="0" presId="urn:microsoft.com/office/officeart/2018/2/layout/IconVerticalSolidList"/>
    <dgm:cxn modelId="{D7737450-64FF-4939-B64F-A3A6F363FF55}" type="presOf" srcId="{E909C9D5-5DD4-4625-A44C-5D7670D483A6}" destId="{730DB26E-A6B1-4C70-AE81-E7739B7FD3CC}" srcOrd="0" destOrd="0" presId="urn:microsoft.com/office/officeart/2018/2/layout/IconVerticalSolidList"/>
    <dgm:cxn modelId="{09081678-3844-46FC-B613-827E737388FD}" srcId="{1C3B05A9-33EF-4E50-ACBB-93B9EBD9819F}" destId="{E909C9D5-5DD4-4625-A44C-5D7670D483A6}" srcOrd="0" destOrd="0" parTransId="{57D1683B-F1CC-4A8E-BC60-B9A81D0F740A}" sibTransId="{226D2E96-4052-4187-8EC7-F6A215B19A87}"/>
    <dgm:cxn modelId="{3BA812C2-ECBA-487B-AE2D-3B159CB3F8DE}" srcId="{1C3B05A9-33EF-4E50-ACBB-93B9EBD9819F}" destId="{B0BA4BF5-CF54-445E-AB80-836F6F78C618}" srcOrd="1" destOrd="0" parTransId="{FE110D15-B55B-4F73-B58E-6C53D980BC66}" sibTransId="{198C2351-4F55-4242-94D3-FFA038AF209A}"/>
    <dgm:cxn modelId="{2114B6E8-C053-4F3F-9FAC-C7A79651D197}" srcId="{1C3B05A9-33EF-4E50-ACBB-93B9EBD9819F}" destId="{8D9191BD-8C3E-4F1F-9759-1B796184CD1B}" srcOrd="4" destOrd="0" parTransId="{2D5A506D-1E4A-4275-B0D5-0BD4B4832A86}" sibTransId="{7F36D145-AABE-4AC9-802C-EFFB831771D0}"/>
    <dgm:cxn modelId="{44418EE9-D974-489B-A9DA-48A88C42EEFB}" type="presOf" srcId="{B0BA4BF5-CF54-445E-AB80-836F6F78C618}" destId="{BA3F1166-E68E-4F7D-8B7B-185A711379C7}" srcOrd="0" destOrd="0" presId="urn:microsoft.com/office/officeart/2018/2/layout/IconVerticalSolidList"/>
    <dgm:cxn modelId="{8C327EED-B864-4F7C-ADBD-B64644BBA16D}" srcId="{1C3B05A9-33EF-4E50-ACBB-93B9EBD9819F}" destId="{CFCFBF17-2E37-40B9-AF0E-1F81C80D14C9}" srcOrd="2" destOrd="0" parTransId="{0D96F2B4-588C-44B8-AED0-749FF913CEE5}" sibTransId="{05C27833-BC00-4A57-9616-47A5935E40DD}"/>
    <dgm:cxn modelId="{A53222F0-5561-4341-8585-292FB0A1BCB1}" type="presOf" srcId="{CFCFBF17-2E37-40B9-AF0E-1F81C80D14C9}" destId="{85B08C3B-C5A0-44B1-8045-30287D472841}" srcOrd="0" destOrd="0" presId="urn:microsoft.com/office/officeart/2018/2/layout/IconVerticalSolidList"/>
    <dgm:cxn modelId="{6468FEF2-F8D7-4D66-85FA-7B1EB77F51AB}" type="presOf" srcId="{1C3B05A9-33EF-4E50-ACBB-93B9EBD9819F}" destId="{09132A81-2E50-4350-A7C3-D3985853C066}" srcOrd="0" destOrd="0" presId="urn:microsoft.com/office/officeart/2018/2/layout/IconVerticalSolidList"/>
    <dgm:cxn modelId="{C805F1F5-8C3A-4781-B9D5-E8BF48827834}" type="presOf" srcId="{0A5753CD-1219-4790-9B65-193CE6CD9B87}" destId="{5EABCB7D-7380-4D34-8861-88511772865C}" srcOrd="0" destOrd="0" presId="urn:microsoft.com/office/officeart/2018/2/layout/IconVerticalSolidList"/>
    <dgm:cxn modelId="{BC0D1A71-E601-4D94-BF45-BE3D7FB2C25C}" type="presParOf" srcId="{09132A81-2E50-4350-A7C3-D3985853C066}" destId="{F93C7963-0296-406C-A4F5-83748D078E87}" srcOrd="0" destOrd="0" presId="urn:microsoft.com/office/officeart/2018/2/layout/IconVerticalSolidList"/>
    <dgm:cxn modelId="{25546D05-7E18-4F75-B4E6-EBF793C759C7}" type="presParOf" srcId="{F93C7963-0296-406C-A4F5-83748D078E87}" destId="{4DF73343-1645-4537-8943-EA77B1815758}" srcOrd="0" destOrd="0" presId="urn:microsoft.com/office/officeart/2018/2/layout/IconVerticalSolidList"/>
    <dgm:cxn modelId="{6E754141-0B89-4CDC-B104-FE392C883710}" type="presParOf" srcId="{F93C7963-0296-406C-A4F5-83748D078E87}" destId="{03520BE4-E7B5-43D4-BA11-00E17AE1FBC5}" srcOrd="1" destOrd="0" presId="urn:microsoft.com/office/officeart/2018/2/layout/IconVerticalSolidList"/>
    <dgm:cxn modelId="{310B6A31-EAE5-4323-B1CC-0C8768D0AC2C}" type="presParOf" srcId="{F93C7963-0296-406C-A4F5-83748D078E87}" destId="{3126A0CF-6DCD-460B-95D0-14AB8ECECEC6}" srcOrd="2" destOrd="0" presId="urn:microsoft.com/office/officeart/2018/2/layout/IconVerticalSolidList"/>
    <dgm:cxn modelId="{A90CF38C-6EDA-4280-9FDB-EE2DE425805C}" type="presParOf" srcId="{F93C7963-0296-406C-A4F5-83748D078E87}" destId="{730DB26E-A6B1-4C70-AE81-E7739B7FD3CC}" srcOrd="3" destOrd="0" presId="urn:microsoft.com/office/officeart/2018/2/layout/IconVerticalSolidList"/>
    <dgm:cxn modelId="{CB2E8E7C-D11D-4A3E-9862-008858DD3B9F}" type="presParOf" srcId="{09132A81-2E50-4350-A7C3-D3985853C066}" destId="{1EF4C331-160E-4C0E-9E85-00C606C481AC}" srcOrd="1" destOrd="0" presId="urn:microsoft.com/office/officeart/2018/2/layout/IconVerticalSolidList"/>
    <dgm:cxn modelId="{BFF95927-0A0A-4C37-90D8-D2C6042589E0}" type="presParOf" srcId="{09132A81-2E50-4350-A7C3-D3985853C066}" destId="{C42E0675-1D04-4854-B0C7-CA1E17D94E1B}" srcOrd="2" destOrd="0" presId="urn:microsoft.com/office/officeart/2018/2/layout/IconVerticalSolidList"/>
    <dgm:cxn modelId="{772C4C62-6E20-4F53-8596-3256E4ED3BB8}" type="presParOf" srcId="{C42E0675-1D04-4854-B0C7-CA1E17D94E1B}" destId="{07A7B22C-7755-4262-A08F-B21E90809056}" srcOrd="0" destOrd="0" presId="urn:microsoft.com/office/officeart/2018/2/layout/IconVerticalSolidList"/>
    <dgm:cxn modelId="{A32A0590-E26D-4447-AD3F-7520B0138145}" type="presParOf" srcId="{C42E0675-1D04-4854-B0C7-CA1E17D94E1B}" destId="{3B9D931B-9450-4D27-B769-7AC797038F44}" srcOrd="1" destOrd="0" presId="urn:microsoft.com/office/officeart/2018/2/layout/IconVerticalSolidList"/>
    <dgm:cxn modelId="{AB160547-F529-4D72-AA21-C70FEBB2292D}" type="presParOf" srcId="{C42E0675-1D04-4854-B0C7-CA1E17D94E1B}" destId="{90BD3582-EB39-44C1-8294-8E65EB49E1CB}" srcOrd="2" destOrd="0" presId="urn:microsoft.com/office/officeart/2018/2/layout/IconVerticalSolidList"/>
    <dgm:cxn modelId="{38108E22-1195-4A36-A30A-880103BF8466}" type="presParOf" srcId="{C42E0675-1D04-4854-B0C7-CA1E17D94E1B}" destId="{BA3F1166-E68E-4F7D-8B7B-185A711379C7}" srcOrd="3" destOrd="0" presId="urn:microsoft.com/office/officeart/2018/2/layout/IconVerticalSolidList"/>
    <dgm:cxn modelId="{09A357EB-9D44-48BB-B1B8-33F866EE19A8}" type="presParOf" srcId="{09132A81-2E50-4350-A7C3-D3985853C066}" destId="{24E0FBF1-92FD-444E-A8B4-B6E6C640A8EB}" srcOrd="3" destOrd="0" presId="urn:microsoft.com/office/officeart/2018/2/layout/IconVerticalSolidList"/>
    <dgm:cxn modelId="{80E5F736-44A7-4AF8-9FE1-06151409E228}" type="presParOf" srcId="{09132A81-2E50-4350-A7C3-D3985853C066}" destId="{FD1AA579-D162-4CD9-8CA8-8F847ED3AB32}" srcOrd="4" destOrd="0" presId="urn:microsoft.com/office/officeart/2018/2/layout/IconVerticalSolidList"/>
    <dgm:cxn modelId="{1CC7B166-D680-4C11-9983-F2748316AD52}" type="presParOf" srcId="{FD1AA579-D162-4CD9-8CA8-8F847ED3AB32}" destId="{FFC15D6B-14A1-419C-AA5C-D5E31311D5A3}" srcOrd="0" destOrd="0" presId="urn:microsoft.com/office/officeart/2018/2/layout/IconVerticalSolidList"/>
    <dgm:cxn modelId="{DB95DEEB-E018-4C59-B128-93C40A43A188}" type="presParOf" srcId="{FD1AA579-D162-4CD9-8CA8-8F847ED3AB32}" destId="{22783679-58F8-47CC-9CF9-95A4DCD505EF}" srcOrd="1" destOrd="0" presId="urn:microsoft.com/office/officeart/2018/2/layout/IconVerticalSolidList"/>
    <dgm:cxn modelId="{B4397FAD-7F2C-45F9-960D-5AD7A78EEDAE}" type="presParOf" srcId="{FD1AA579-D162-4CD9-8CA8-8F847ED3AB32}" destId="{D1E34F74-E740-43C0-9759-FDA9771373E0}" srcOrd="2" destOrd="0" presId="urn:microsoft.com/office/officeart/2018/2/layout/IconVerticalSolidList"/>
    <dgm:cxn modelId="{69E88A43-EB75-49FC-B0DF-09CCFA481361}" type="presParOf" srcId="{FD1AA579-D162-4CD9-8CA8-8F847ED3AB32}" destId="{85B08C3B-C5A0-44B1-8045-30287D472841}" srcOrd="3" destOrd="0" presId="urn:microsoft.com/office/officeart/2018/2/layout/IconVerticalSolidList"/>
    <dgm:cxn modelId="{0CB785F9-C076-405E-A503-88D174EB2DC3}" type="presParOf" srcId="{09132A81-2E50-4350-A7C3-D3985853C066}" destId="{0DB6A705-EB19-4EF4-AC6A-28B4ABD27FB7}" srcOrd="5" destOrd="0" presId="urn:microsoft.com/office/officeart/2018/2/layout/IconVerticalSolidList"/>
    <dgm:cxn modelId="{5C658314-6A17-4D40-93F2-5D00B7C05819}" type="presParOf" srcId="{09132A81-2E50-4350-A7C3-D3985853C066}" destId="{00D96DBE-0316-40E6-8DE6-1B436DA402B1}" srcOrd="6" destOrd="0" presId="urn:microsoft.com/office/officeart/2018/2/layout/IconVerticalSolidList"/>
    <dgm:cxn modelId="{DA5E53E9-D8B6-487C-872A-D94CFBC04F43}" type="presParOf" srcId="{00D96DBE-0316-40E6-8DE6-1B436DA402B1}" destId="{1DDE0D2D-B9C3-4B1B-948C-0E8C1B2441D0}" srcOrd="0" destOrd="0" presId="urn:microsoft.com/office/officeart/2018/2/layout/IconVerticalSolidList"/>
    <dgm:cxn modelId="{6EC5DFFD-814C-4AE0-918F-A9B0C55A0C80}" type="presParOf" srcId="{00D96DBE-0316-40E6-8DE6-1B436DA402B1}" destId="{174F3E64-198A-49AE-B245-456D178375AA}" srcOrd="1" destOrd="0" presId="urn:microsoft.com/office/officeart/2018/2/layout/IconVerticalSolidList"/>
    <dgm:cxn modelId="{CB0DBEA9-2CF5-4827-8C71-3FFF54547D33}" type="presParOf" srcId="{00D96DBE-0316-40E6-8DE6-1B436DA402B1}" destId="{92BD33D9-4E6E-4659-BD85-B379320A7F72}" srcOrd="2" destOrd="0" presId="urn:microsoft.com/office/officeart/2018/2/layout/IconVerticalSolidList"/>
    <dgm:cxn modelId="{9613C6A3-3734-4F49-9C5C-FBA77DE1F587}" type="presParOf" srcId="{00D96DBE-0316-40E6-8DE6-1B436DA402B1}" destId="{5EABCB7D-7380-4D34-8861-88511772865C}" srcOrd="3" destOrd="0" presId="urn:microsoft.com/office/officeart/2018/2/layout/IconVerticalSolidList"/>
    <dgm:cxn modelId="{72772096-A9A3-4C2A-9A26-3ECB1896F33F}" type="presParOf" srcId="{09132A81-2E50-4350-A7C3-D3985853C066}" destId="{19E42EC1-777F-4EF9-8D18-0B472F02871F}" srcOrd="7" destOrd="0" presId="urn:microsoft.com/office/officeart/2018/2/layout/IconVerticalSolidList"/>
    <dgm:cxn modelId="{AAE211EE-2E0D-4344-9DB0-FEFB49703416}" type="presParOf" srcId="{09132A81-2E50-4350-A7C3-D3985853C066}" destId="{E0F921E5-CBD6-4579-B8EE-ED3EBE2D8764}" srcOrd="8" destOrd="0" presId="urn:microsoft.com/office/officeart/2018/2/layout/IconVerticalSolidList"/>
    <dgm:cxn modelId="{055CC1C7-7470-4479-8D68-BD6CB1781AAC}" type="presParOf" srcId="{E0F921E5-CBD6-4579-B8EE-ED3EBE2D8764}" destId="{31671335-A8BB-414A-A8FA-FE1AC1DC891A}" srcOrd="0" destOrd="0" presId="urn:microsoft.com/office/officeart/2018/2/layout/IconVerticalSolidList"/>
    <dgm:cxn modelId="{1277D62D-1919-4799-8102-03EECF096ED0}" type="presParOf" srcId="{E0F921E5-CBD6-4579-B8EE-ED3EBE2D8764}" destId="{632AA8E2-58F3-4099-AAA5-B6625FA6541E}" srcOrd="1" destOrd="0" presId="urn:microsoft.com/office/officeart/2018/2/layout/IconVerticalSolidList"/>
    <dgm:cxn modelId="{832EFC0B-1698-4F53-9DAC-CD70E4E80152}" type="presParOf" srcId="{E0F921E5-CBD6-4579-B8EE-ED3EBE2D8764}" destId="{47FA66E6-D3B4-4C15-9936-903DC0663BE4}" srcOrd="2" destOrd="0" presId="urn:microsoft.com/office/officeart/2018/2/layout/IconVerticalSolidList"/>
    <dgm:cxn modelId="{947978EE-2971-4577-8F4E-F6F8D64B8631}" type="presParOf" srcId="{E0F921E5-CBD6-4579-B8EE-ED3EBE2D8764}" destId="{EFD94B41-8515-48DC-9F1C-744BA7399D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9B1004-C36A-48C9-8307-26EC23C542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840248-6708-4E0E-AAE6-38FAF3E8E492}">
      <dgm:prSet/>
      <dgm:spPr/>
      <dgm:t>
        <a:bodyPr/>
        <a:lstStyle/>
        <a:p>
          <a:r>
            <a:rPr lang="en-US"/>
            <a:t>• Kafka: Data ingestion &amp; streaming</a:t>
          </a:r>
        </a:p>
      </dgm:t>
    </dgm:pt>
    <dgm:pt modelId="{EE45C420-4B7B-4942-9328-49441AFF1613}" type="parTrans" cxnId="{625C62A8-EA1C-4A32-BAB7-0846D24D1314}">
      <dgm:prSet/>
      <dgm:spPr/>
      <dgm:t>
        <a:bodyPr/>
        <a:lstStyle/>
        <a:p>
          <a:endParaRPr lang="en-US"/>
        </a:p>
      </dgm:t>
    </dgm:pt>
    <dgm:pt modelId="{142FC049-6CD7-4A79-8AB4-36674616EF30}" type="sibTrans" cxnId="{625C62A8-EA1C-4A32-BAB7-0846D24D1314}">
      <dgm:prSet/>
      <dgm:spPr/>
      <dgm:t>
        <a:bodyPr/>
        <a:lstStyle/>
        <a:p>
          <a:endParaRPr lang="en-US"/>
        </a:p>
      </dgm:t>
    </dgm:pt>
    <dgm:pt modelId="{DB55D6CA-2DDE-4E45-9B27-2DDD34D2B007}">
      <dgm:prSet/>
      <dgm:spPr/>
      <dgm:t>
        <a:bodyPr/>
        <a:lstStyle/>
        <a:p>
          <a:r>
            <a:rPr lang="en-US"/>
            <a:t>• NiFi: Data transformation &amp; routing</a:t>
          </a:r>
        </a:p>
      </dgm:t>
    </dgm:pt>
    <dgm:pt modelId="{6558AB14-65A7-4720-A710-C82858D505F4}" type="parTrans" cxnId="{B8093A02-5E18-4081-A5BD-AA66876ADE34}">
      <dgm:prSet/>
      <dgm:spPr/>
      <dgm:t>
        <a:bodyPr/>
        <a:lstStyle/>
        <a:p>
          <a:endParaRPr lang="en-US"/>
        </a:p>
      </dgm:t>
    </dgm:pt>
    <dgm:pt modelId="{0D64A3D2-1320-4F27-A8A6-D6B9C87B603C}" type="sibTrans" cxnId="{B8093A02-5E18-4081-A5BD-AA66876ADE34}">
      <dgm:prSet/>
      <dgm:spPr/>
      <dgm:t>
        <a:bodyPr/>
        <a:lstStyle/>
        <a:p>
          <a:endParaRPr lang="en-US"/>
        </a:p>
      </dgm:t>
    </dgm:pt>
    <dgm:pt modelId="{77CB319F-E44F-4E63-86EB-094D28CA6240}">
      <dgm:prSet/>
      <dgm:spPr/>
      <dgm:t>
        <a:bodyPr/>
        <a:lstStyle/>
        <a:p>
          <a:r>
            <a:rPr lang="en-US"/>
            <a:t>• HDFS: Distributed storage layer</a:t>
          </a:r>
        </a:p>
      </dgm:t>
    </dgm:pt>
    <dgm:pt modelId="{4254074D-8A3D-4854-8A0A-36623BF12661}" type="parTrans" cxnId="{D6E16D38-2F2A-4EC6-AA28-1EC89C1EF4A8}">
      <dgm:prSet/>
      <dgm:spPr/>
      <dgm:t>
        <a:bodyPr/>
        <a:lstStyle/>
        <a:p>
          <a:endParaRPr lang="en-US"/>
        </a:p>
      </dgm:t>
    </dgm:pt>
    <dgm:pt modelId="{F136F452-A4C0-4DF3-AD74-C04784A6461D}" type="sibTrans" cxnId="{D6E16D38-2F2A-4EC6-AA28-1EC89C1EF4A8}">
      <dgm:prSet/>
      <dgm:spPr/>
      <dgm:t>
        <a:bodyPr/>
        <a:lstStyle/>
        <a:p>
          <a:endParaRPr lang="en-US"/>
        </a:p>
      </dgm:t>
    </dgm:pt>
    <dgm:pt modelId="{D902A366-6ED6-4B60-B965-16862D0DA0BC}">
      <dgm:prSet/>
      <dgm:spPr/>
      <dgm:t>
        <a:bodyPr/>
        <a:lstStyle/>
        <a:p>
          <a:r>
            <a:rPr lang="en-US"/>
            <a:t>• Hive: Data warehouse &amp; SQL analytics</a:t>
          </a:r>
        </a:p>
      </dgm:t>
    </dgm:pt>
    <dgm:pt modelId="{15100955-ED6A-46AC-A05C-6D62E3E60E06}" type="parTrans" cxnId="{2BB6C48A-19D6-4157-B293-730DD342750A}">
      <dgm:prSet/>
      <dgm:spPr/>
      <dgm:t>
        <a:bodyPr/>
        <a:lstStyle/>
        <a:p>
          <a:endParaRPr lang="en-US"/>
        </a:p>
      </dgm:t>
    </dgm:pt>
    <dgm:pt modelId="{4B1CF116-1374-4C82-B361-8D8A2BF91B25}" type="sibTrans" cxnId="{2BB6C48A-19D6-4157-B293-730DD342750A}">
      <dgm:prSet/>
      <dgm:spPr/>
      <dgm:t>
        <a:bodyPr/>
        <a:lstStyle/>
        <a:p>
          <a:endParaRPr lang="en-US"/>
        </a:p>
      </dgm:t>
    </dgm:pt>
    <dgm:pt modelId="{02AE89D4-BBB1-4815-9C14-A3877E88E197}">
      <dgm:prSet/>
      <dgm:spPr/>
      <dgm:t>
        <a:bodyPr/>
        <a:lstStyle/>
        <a:p>
          <a:r>
            <a:rPr lang="en-US"/>
            <a:t>• Airflow: Workflow orchestration &amp; automation</a:t>
          </a:r>
        </a:p>
      </dgm:t>
    </dgm:pt>
    <dgm:pt modelId="{8A19E7F0-A1EB-4C52-9B67-2F8BDB661439}" type="parTrans" cxnId="{95191E0B-E2C7-49A2-837B-DC22D210D424}">
      <dgm:prSet/>
      <dgm:spPr/>
      <dgm:t>
        <a:bodyPr/>
        <a:lstStyle/>
        <a:p>
          <a:endParaRPr lang="en-US"/>
        </a:p>
      </dgm:t>
    </dgm:pt>
    <dgm:pt modelId="{DC7AA217-E88C-4E8F-A634-1A891D732F71}" type="sibTrans" cxnId="{95191E0B-E2C7-49A2-837B-DC22D210D424}">
      <dgm:prSet/>
      <dgm:spPr/>
      <dgm:t>
        <a:bodyPr/>
        <a:lstStyle/>
        <a:p>
          <a:endParaRPr lang="en-US"/>
        </a:p>
      </dgm:t>
    </dgm:pt>
    <dgm:pt modelId="{8504F437-06AF-4D5E-BB00-E50E969355A8}" type="pres">
      <dgm:prSet presAssocID="{2F9B1004-C36A-48C9-8307-26EC23C54283}" presName="root" presStyleCnt="0">
        <dgm:presLayoutVars>
          <dgm:dir/>
          <dgm:resizeHandles val="exact"/>
        </dgm:presLayoutVars>
      </dgm:prSet>
      <dgm:spPr/>
    </dgm:pt>
    <dgm:pt modelId="{6CB08B1D-A777-495E-93BB-C9CB3F0D177D}" type="pres">
      <dgm:prSet presAssocID="{C5840248-6708-4E0E-AAE6-38FAF3E8E492}" presName="compNode" presStyleCnt="0"/>
      <dgm:spPr/>
    </dgm:pt>
    <dgm:pt modelId="{18A19BEA-6178-4289-8948-BC6AA5552944}" type="pres">
      <dgm:prSet presAssocID="{C5840248-6708-4E0E-AAE6-38FAF3E8E492}" presName="bgRect" presStyleLbl="bgShp" presStyleIdx="0" presStyleCnt="5"/>
      <dgm:spPr/>
    </dgm:pt>
    <dgm:pt modelId="{1BEFE651-1DC3-4335-9EB0-B7DF3E8C22CB}" type="pres">
      <dgm:prSet presAssocID="{C5840248-6708-4E0E-AAE6-38FAF3E8E49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470D05A-C9D8-400C-932C-D69B0ACD50F6}" type="pres">
      <dgm:prSet presAssocID="{C5840248-6708-4E0E-AAE6-38FAF3E8E492}" presName="spaceRect" presStyleCnt="0"/>
      <dgm:spPr/>
    </dgm:pt>
    <dgm:pt modelId="{46B3586B-95CA-4FD2-83B2-967C1D0615BF}" type="pres">
      <dgm:prSet presAssocID="{C5840248-6708-4E0E-AAE6-38FAF3E8E492}" presName="parTx" presStyleLbl="revTx" presStyleIdx="0" presStyleCnt="5">
        <dgm:presLayoutVars>
          <dgm:chMax val="0"/>
          <dgm:chPref val="0"/>
        </dgm:presLayoutVars>
      </dgm:prSet>
      <dgm:spPr/>
    </dgm:pt>
    <dgm:pt modelId="{DF311CEE-D061-4F50-BFE9-04CF093A955E}" type="pres">
      <dgm:prSet presAssocID="{142FC049-6CD7-4A79-8AB4-36674616EF30}" presName="sibTrans" presStyleCnt="0"/>
      <dgm:spPr/>
    </dgm:pt>
    <dgm:pt modelId="{B734099B-973C-4189-A94B-96CD8B1DC09F}" type="pres">
      <dgm:prSet presAssocID="{DB55D6CA-2DDE-4E45-9B27-2DDD34D2B007}" presName="compNode" presStyleCnt="0"/>
      <dgm:spPr/>
    </dgm:pt>
    <dgm:pt modelId="{65210B36-8217-4777-9844-432C8F4A830B}" type="pres">
      <dgm:prSet presAssocID="{DB55D6CA-2DDE-4E45-9B27-2DDD34D2B007}" presName="bgRect" presStyleLbl="bgShp" presStyleIdx="1" presStyleCnt="5"/>
      <dgm:spPr/>
    </dgm:pt>
    <dgm:pt modelId="{365BAD08-B421-45CA-B160-1E118A7BEFA7}" type="pres">
      <dgm:prSet presAssocID="{DB55D6CA-2DDE-4E45-9B27-2DDD34D2B00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42916BB-DC59-406E-9BA1-FC2476906E93}" type="pres">
      <dgm:prSet presAssocID="{DB55D6CA-2DDE-4E45-9B27-2DDD34D2B007}" presName="spaceRect" presStyleCnt="0"/>
      <dgm:spPr/>
    </dgm:pt>
    <dgm:pt modelId="{AE43B8FB-0086-4281-890D-7F244AD74A3F}" type="pres">
      <dgm:prSet presAssocID="{DB55D6CA-2DDE-4E45-9B27-2DDD34D2B007}" presName="parTx" presStyleLbl="revTx" presStyleIdx="1" presStyleCnt="5">
        <dgm:presLayoutVars>
          <dgm:chMax val="0"/>
          <dgm:chPref val="0"/>
        </dgm:presLayoutVars>
      </dgm:prSet>
      <dgm:spPr/>
    </dgm:pt>
    <dgm:pt modelId="{4030F200-8AE4-411C-BBBC-5D40E91DF475}" type="pres">
      <dgm:prSet presAssocID="{0D64A3D2-1320-4F27-A8A6-D6B9C87B603C}" presName="sibTrans" presStyleCnt="0"/>
      <dgm:spPr/>
    </dgm:pt>
    <dgm:pt modelId="{A57EF140-55D6-4B18-B652-96AA69DDDB00}" type="pres">
      <dgm:prSet presAssocID="{77CB319F-E44F-4E63-86EB-094D28CA6240}" presName="compNode" presStyleCnt="0"/>
      <dgm:spPr/>
    </dgm:pt>
    <dgm:pt modelId="{57F07E3A-F764-425C-93EE-CE211A267DCE}" type="pres">
      <dgm:prSet presAssocID="{77CB319F-E44F-4E63-86EB-094D28CA6240}" presName="bgRect" presStyleLbl="bgShp" presStyleIdx="2" presStyleCnt="5"/>
      <dgm:spPr/>
    </dgm:pt>
    <dgm:pt modelId="{9FAD937C-A325-4E39-A38A-F0D011114CAC}" type="pres">
      <dgm:prSet presAssocID="{77CB319F-E44F-4E63-86EB-094D28CA624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60148BE-034A-4A9B-BE71-60023F7D1594}" type="pres">
      <dgm:prSet presAssocID="{77CB319F-E44F-4E63-86EB-094D28CA6240}" presName="spaceRect" presStyleCnt="0"/>
      <dgm:spPr/>
    </dgm:pt>
    <dgm:pt modelId="{82B9F1FC-1610-4CCE-B518-267C3D0C39D0}" type="pres">
      <dgm:prSet presAssocID="{77CB319F-E44F-4E63-86EB-094D28CA6240}" presName="parTx" presStyleLbl="revTx" presStyleIdx="2" presStyleCnt="5">
        <dgm:presLayoutVars>
          <dgm:chMax val="0"/>
          <dgm:chPref val="0"/>
        </dgm:presLayoutVars>
      </dgm:prSet>
      <dgm:spPr/>
    </dgm:pt>
    <dgm:pt modelId="{9F31C2AE-B79B-4A8D-A46E-791C0E132BD2}" type="pres">
      <dgm:prSet presAssocID="{F136F452-A4C0-4DF3-AD74-C04784A6461D}" presName="sibTrans" presStyleCnt="0"/>
      <dgm:spPr/>
    </dgm:pt>
    <dgm:pt modelId="{24F4E97B-B1F2-449D-B1D0-5B2CD34E9C1E}" type="pres">
      <dgm:prSet presAssocID="{D902A366-6ED6-4B60-B965-16862D0DA0BC}" presName="compNode" presStyleCnt="0"/>
      <dgm:spPr/>
    </dgm:pt>
    <dgm:pt modelId="{75FC265B-76A4-49DF-8835-7BADC20C5BB6}" type="pres">
      <dgm:prSet presAssocID="{D902A366-6ED6-4B60-B965-16862D0DA0BC}" presName="bgRect" presStyleLbl="bgShp" presStyleIdx="3" presStyleCnt="5"/>
      <dgm:spPr/>
    </dgm:pt>
    <dgm:pt modelId="{DD6DD879-E398-408C-ACFC-4867B7F354ED}" type="pres">
      <dgm:prSet presAssocID="{D902A366-6ED6-4B60-B965-16862D0DA0B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AAA4EFC-DB11-42DE-82CC-3DA0E2A24B58}" type="pres">
      <dgm:prSet presAssocID="{D902A366-6ED6-4B60-B965-16862D0DA0BC}" presName="spaceRect" presStyleCnt="0"/>
      <dgm:spPr/>
    </dgm:pt>
    <dgm:pt modelId="{0773F3BF-137E-4893-87B2-F1A3854EDEFD}" type="pres">
      <dgm:prSet presAssocID="{D902A366-6ED6-4B60-B965-16862D0DA0BC}" presName="parTx" presStyleLbl="revTx" presStyleIdx="3" presStyleCnt="5">
        <dgm:presLayoutVars>
          <dgm:chMax val="0"/>
          <dgm:chPref val="0"/>
        </dgm:presLayoutVars>
      </dgm:prSet>
      <dgm:spPr/>
    </dgm:pt>
    <dgm:pt modelId="{B836107A-5F24-4BC9-B544-4C7BE7C45489}" type="pres">
      <dgm:prSet presAssocID="{4B1CF116-1374-4C82-B361-8D8A2BF91B25}" presName="sibTrans" presStyleCnt="0"/>
      <dgm:spPr/>
    </dgm:pt>
    <dgm:pt modelId="{225838CD-9F19-470B-BD03-A81522BDBCB5}" type="pres">
      <dgm:prSet presAssocID="{02AE89D4-BBB1-4815-9C14-A3877E88E197}" presName="compNode" presStyleCnt="0"/>
      <dgm:spPr/>
    </dgm:pt>
    <dgm:pt modelId="{BF53C2A7-B631-4E69-A039-CE516B3CEF07}" type="pres">
      <dgm:prSet presAssocID="{02AE89D4-BBB1-4815-9C14-A3877E88E197}" presName="bgRect" presStyleLbl="bgShp" presStyleIdx="4" presStyleCnt="5"/>
      <dgm:spPr/>
    </dgm:pt>
    <dgm:pt modelId="{406B7B00-3BAC-4507-8CBC-F109F9EE56FE}" type="pres">
      <dgm:prSet presAssocID="{02AE89D4-BBB1-4815-9C14-A3877E88E1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1CE2238-2AEA-43B0-B9AD-17A16B00C66D}" type="pres">
      <dgm:prSet presAssocID="{02AE89D4-BBB1-4815-9C14-A3877E88E197}" presName="spaceRect" presStyleCnt="0"/>
      <dgm:spPr/>
    </dgm:pt>
    <dgm:pt modelId="{6EFD0C31-E0C8-4C09-9EF1-4CAECB67AAC4}" type="pres">
      <dgm:prSet presAssocID="{02AE89D4-BBB1-4815-9C14-A3877E88E19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8093A02-5E18-4081-A5BD-AA66876ADE34}" srcId="{2F9B1004-C36A-48C9-8307-26EC23C54283}" destId="{DB55D6CA-2DDE-4E45-9B27-2DDD34D2B007}" srcOrd="1" destOrd="0" parTransId="{6558AB14-65A7-4720-A710-C82858D505F4}" sibTransId="{0D64A3D2-1320-4F27-A8A6-D6B9C87B603C}"/>
    <dgm:cxn modelId="{7C245203-BE01-40BC-BD9F-8E3AF565CC84}" type="presOf" srcId="{DB55D6CA-2DDE-4E45-9B27-2DDD34D2B007}" destId="{AE43B8FB-0086-4281-890D-7F244AD74A3F}" srcOrd="0" destOrd="0" presId="urn:microsoft.com/office/officeart/2018/2/layout/IconVerticalSolidList"/>
    <dgm:cxn modelId="{95191E0B-E2C7-49A2-837B-DC22D210D424}" srcId="{2F9B1004-C36A-48C9-8307-26EC23C54283}" destId="{02AE89D4-BBB1-4815-9C14-A3877E88E197}" srcOrd="4" destOrd="0" parTransId="{8A19E7F0-A1EB-4C52-9B67-2F8BDB661439}" sibTransId="{DC7AA217-E88C-4E8F-A634-1A891D732F71}"/>
    <dgm:cxn modelId="{F404BD21-E4F2-4DDB-BA7A-8B41AD4628F9}" type="presOf" srcId="{77CB319F-E44F-4E63-86EB-094D28CA6240}" destId="{82B9F1FC-1610-4CCE-B518-267C3D0C39D0}" srcOrd="0" destOrd="0" presId="urn:microsoft.com/office/officeart/2018/2/layout/IconVerticalSolidList"/>
    <dgm:cxn modelId="{D6E16D38-2F2A-4EC6-AA28-1EC89C1EF4A8}" srcId="{2F9B1004-C36A-48C9-8307-26EC23C54283}" destId="{77CB319F-E44F-4E63-86EB-094D28CA6240}" srcOrd="2" destOrd="0" parTransId="{4254074D-8A3D-4854-8A0A-36623BF12661}" sibTransId="{F136F452-A4C0-4DF3-AD74-C04784A6461D}"/>
    <dgm:cxn modelId="{18971583-2763-4170-B780-B90DF0E3B151}" type="presOf" srcId="{02AE89D4-BBB1-4815-9C14-A3877E88E197}" destId="{6EFD0C31-E0C8-4C09-9EF1-4CAECB67AAC4}" srcOrd="0" destOrd="0" presId="urn:microsoft.com/office/officeart/2018/2/layout/IconVerticalSolidList"/>
    <dgm:cxn modelId="{2BB6C48A-19D6-4157-B293-730DD342750A}" srcId="{2F9B1004-C36A-48C9-8307-26EC23C54283}" destId="{D902A366-6ED6-4B60-B965-16862D0DA0BC}" srcOrd="3" destOrd="0" parTransId="{15100955-ED6A-46AC-A05C-6D62E3E60E06}" sibTransId="{4B1CF116-1374-4C82-B361-8D8A2BF91B25}"/>
    <dgm:cxn modelId="{2F9787A1-382C-4BAF-8E51-E8D7186C5D06}" type="presOf" srcId="{D902A366-6ED6-4B60-B965-16862D0DA0BC}" destId="{0773F3BF-137E-4893-87B2-F1A3854EDEFD}" srcOrd="0" destOrd="0" presId="urn:microsoft.com/office/officeart/2018/2/layout/IconVerticalSolidList"/>
    <dgm:cxn modelId="{625C62A8-EA1C-4A32-BAB7-0846D24D1314}" srcId="{2F9B1004-C36A-48C9-8307-26EC23C54283}" destId="{C5840248-6708-4E0E-AAE6-38FAF3E8E492}" srcOrd="0" destOrd="0" parTransId="{EE45C420-4B7B-4942-9328-49441AFF1613}" sibTransId="{142FC049-6CD7-4A79-8AB4-36674616EF30}"/>
    <dgm:cxn modelId="{F8B328BA-701C-4E9E-8BDD-39B58FB66F10}" type="presOf" srcId="{C5840248-6708-4E0E-AAE6-38FAF3E8E492}" destId="{46B3586B-95CA-4FD2-83B2-967C1D0615BF}" srcOrd="0" destOrd="0" presId="urn:microsoft.com/office/officeart/2018/2/layout/IconVerticalSolidList"/>
    <dgm:cxn modelId="{CDED3CE9-F429-4226-B463-A056B36A7D4D}" type="presOf" srcId="{2F9B1004-C36A-48C9-8307-26EC23C54283}" destId="{8504F437-06AF-4D5E-BB00-E50E969355A8}" srcOrd="0" destOrd="0" presId="urn:microsoft.com/office/officeart/2018/2/layout/IconVerticalSolidList"/>
    <dgm:cxn modelId="{51ECA122-BDF6-4D3C-93C4-D5DC159CF0ED}" type="presParOf" srcId="{8504F437-06AF-4D5E-BB00-E50E969355A8}" destId="{6CB08B1D-A777-495E-93BB-C9CB3F0D177D}" srcOrd="0" destOrd="0" presId="urn:microsoft.com/office/officeart/2018/2/layout/IconVerticalSolidList"/>
    <dgm:cxn modelId="{435A5F94-F03D-4AE4-9708-19EAE757AC4D}" type="presParOf" srcId="{6CB08B1D-A777-495E-93BB-C9CB3F0D177D}" destId="{18A19BEA-6178-4289-8948-BC6AA5552944}" srcOrd="0" destOrd="0" presId="urn:microsoft.com/office/officeart/2018/2/layout/IconVerticalSolidList"/>
    <dgm:cxn modelId="{DA6FFD72-FFE3-4025-90DE-81A7D624B463}" type="presParOf" srcId="{6CB08B1D-A777-495E-93BB-C9CB3F0D177D}" destId="{1BEFE651-1DC3-4335-9EB0-B7DF3E8C22CB}" srcOrd="1" destOrd="0" presId="urn:microsoft.com/office/officeart/2018/2/layout/IconVerticalSolidList"/>
    <dgm:cxn modelId="{6A6E64C3-1605-4F6E-BF47-3DFDDBB38386}" type="presParOf" srcId="{6CB08B1D-A777-495E-93BB-C9CB3F0D177D}" destId="{3470D05A-C9D8-400C-932C-D69B0ACD50F6}" srcOrd="2" destOrd="0" presId="urn:microsoft.com/office/officeart/2018/2/layout/IconVerticalSolidList"/>
    <dgm:cxn modelId="{6ADAC020-8AEC-450C-9CB9-CEF1F52F51E2}" type="presParOf" srcId="{6CB08B1D-A777-495E-93BB-C9CB3F0D177D}" destId="{46B3586B-95CA-4FD2-83B2-967C1D0615BF}" srcOrd="3" destOrd="0" presId="urn:microsoft.com/office/officeart/2018/2/layout/IconVerticalSolidList"/>
    <dgm:cxn modelId="{FA8CA5F8-C087-44EA-B043-48FD660C33AA}" type="presParOf" srcId="{8504F437-06AF-4D5E-BB00-E50E969355A8}" destId="{DF311CEE-D061-4F50-BFE9-04CF093A955E}" srcOrd="1" destOrd="0" presId="urn:microsoft.com/office/officeart/2018/2/layout/IconVerticalSolidList"/>
    <dgm:cxn modelId="{651B25FC-6BBA-4E59-9E8E-3A6B7EC3EAE1}" type="presParOf" srcId="{8504F437-06AF-4D5E-BB00-E50E969355A8}" destId="{B734099B-973C-4189-A94B-96CD8B1DC09F}" srcOrd="2" destOrd="0" presId="urn:microsoft.com/office/officeart/2018/2/layout/IconVerticalSolidList"/>
    <dgm:cxn modelId="{23C2B9AA-9ADE-479D-9804-A8166074470D}" type="presParOf" srcId="{B734099B-973C-4189-A94B-96CD8B1DC09F}" destId="{65210B36-8217-4777-9844-432C8F4A830B}" srcOrd="0" destOrd="0" presId="urn:microsoft.com/office/officeart/2018/2/layout/IconVerticalSolidList"/>
    <dgm:cxn modelId="{71D6F4FC-D04B-4BFC-8BF4-D5604035A0AD}" type="presParOf" srcId="{B734099B-973C-4189-A94B-96CD8B1DC09F}" destId="{365BAD08-B421-45CA-B160-1E118A7BEFA7}" srcOrd="1" destOrd="0" presId="urn:microsoft.com/office/officeart/2018/2/layout/IconVerticalSolidList"/>
    <dgm:cxn modelId="{1351F0CC-39C8-4683-848E-41EE13CDDF1F}" type="presParOf" srcId="{B734099B-973C-4189-A94B-96CD8B1DC09F}" destId="{142916BB-DC59-406E-9BA1-FC2476906E93}" srcOrd="2" destOrd="0" presId="urn:microsoft.com/office/officeart/2018/2/layout/IconVerticalSolidList"/>
    <dgm:cxn modelId="{B3826945-3238-4CFB-B27F-C3348D1D5E23}" type="presParOf" srcId="{B734099B-973C-4189-A94B-96CD8B1DC09F}" destId="{AE43B8FB-0086-4281-890D-7F244AD74A3F}" srcOrd="3" destOrd="0" presId="urn:microsoft.com/office/officeart/2018/2/layout/IconVerticalSolidList"/>
    <dgm:cxn modelId="{9F22423F-CFB8-4328-9DA8-12273B52F58F}" type="presParOf" srcId="{8504F437-06AF-4D5E-BB00-E50E969355A8}" destId="{4030F200-8AE4-411C-BBBC-5D40E91DF475}" srcOrd="3" destOrd="0" presId="urn:microsoft.com/office/officeart/2018/2/layout/IconVerticalSolidList"/>
    <dgm:cxn modelId="{935CEB0B-2FF5-45BA-A524-00BF00CFD733}" type="presParOf" srcId="{8504F437-06AF-4D5E-BB00-E50E969355A8}" destId="{A57EF140-55D6-4B18-B652-96AA69DDDB00}" srcOrd="4" destOrd="0" presId="urn:microsoft.com/office/officeart/2018/2/layout/IconVerticalSolidList"/>
    <dgm:cxn modelId="{4D466041-B970-4580-89C7-D5C66976D6F3}" type="presParOf" srcId="{A57EF140-55D6-4B18-B652-96AA69DDDB00}" destId="{57F07E3A-F764-425C-93EE-CE211A267DCE}" srcOrd="0" destOrd="0" presId="urn:microsoft.com/office/officeart/2018/2/layout/IconVerticalSolidList"/>
    <dgm:cxn modelId="{76F752E2-BC47-4432-8174-5776C8E353C3}" type="presParOf" srcId="{A57EF140-55D6-4B18-B652-96AA69DDDB00}" destId="{9FAD937C-A325-4E39-A38A-F0D011114CAC}" srcOrd="1" destOrd="0" presId="urn:microsoft.com/office/officeart/2018/2/layout/IconVerticalSolidList"/>
    <dgm:cxn modelId="{01474F0B-FA83-4A77-BE89-72C8EEA8D4CF}" type="presParOf" srcId="{A57EF140-55D6-4B18-B652-96AA69DDDB00}" destId="{E60148BE-034A-4A9B-BE71-60023F7D1594}" srcOrd="2" destOrd="0" presId="urn:microsoft.com/office/officeart/2018/2/layout/IconVerticalSolidList"/>
    <dgm:cxn modelId="{C3FE3E0A-FC1C-4C7E-8BF4-C721B771FE1F}" type="presParOf" srcId="{A57EF140-55D6-4B18-B652-96AA69DDDB00}" destId="{82B9F1FC-1610-4CCE-B518-267C3D0C39D0}" srcOrd="3" destOrd="0" presId="urn:microsoft.com/office/officeart/2018/2/layout/IconVerticalSolidList"/>
    <dgm:cxn modelId="{A1BB723C-BE3F-47A0-8004-70C560242610}" type="presParOf" srcId="{8504F437-06AF-4D5E-BB00-E50E969355A8}" destId="{9F31C2AE-B79B-4A8D-A46E-791C0E132BD2}" srcOrd="5" destOrd="0" presId="urn:microsoft.com/office/officeart/2018/2/layout/IconVerticalSolidList"/>
    <dgm:cxn modelId="{19E25BDF-3F5D-43D1-BB6B-9E2E77E3CA7A}" type="presParOf" srcId="{8504F437-06AF-4D5E-BB00-E50E969355A8}" destId="{24F4E97B-B1F2-449D-B1D0-5B2CD34E9C1E}" srcOrd="6" destOrd="0" presId="urn:microsoft.com/office/officeart/2018/2/layout/IconVerticalSolidList"/>
    <dgm:cxn modelId="{B285155A-C53A-4138-936F-0540C21B4317}" type="presParOf" srcId="{24F4E97B-B1F2-449D-B1D0-5B2CD34E9C1E}" destId="{75FC265B-76A4-49DF-8835-7BADC20C5BB6}" srcOrd="0" destOrd="0" presId="urn:microsoft.com/office/officeart/2018/2/layout/IconVerticalSolidList"/>
    <dgm:cxn modelId="{926590F0-C61F-471D-93B8-72D0FD267F74}" type="presParOf" srcId="{24F4E97B-B1F2-449D-B1D0-5B2CD34E9C1E}" destId="{DD6DD879-E398-408C-ACFC-4867B7F354ED}" srcOrd="1" destOrd="0" presId="urn:microsoft.com/office/officeart/2018/2/layout/IconVerticalSolidList"/>
    <dgm:cxn modelId="{8EC1BFCE-B263-417F-84FB-4C556517D093}" type="presParOf" srcId="{24F4E97B-B1F2-449D-B1D0-5B2CD34E9C1E}" destId="{1AAA4EFC-DB11-42DE-82CC-3DA0E2A24B58}" srcOrd="2" destOrd="0" presId="urn:microsoft.com/office/officeart/2018/2/layout/IconVerticalSolidList"/>
    <dgm:cxn modelId="{592FCFDD-92CF-4FC8-8E3D-C9418001EB04}" type="presParOf" srcId="{24F4E97B-B1F2-449D-B1D0-5B2CD34E9C1E}" destId="{0773F3BF-137E-4893-87B2-F1A3854EDEFD}" srcOrd="3" destOrd="0" presId="urn:microsoft.com/office/officeart/2018/2/layout/IconVerticalSolidList"/>
    <dgm:cxn modelId="{EB4699E1-7C80-4E84-83EC-8F11DEEFE99C}" type="presParOf" srcId="{8504F437-06AF-4D5E-BB00-E50E969355A8}" destId="{B836107A-5F24-4BC9-B544-4C7BE7C45489}" srcOrd="7" destOrd="0" presId="urn:microsoft.com/office/officeart/2018/2/layout/IconVerticalSolidList"/>
    <dgm:cxn modelId="{D7B8E0A8-6153-40DE-9B24-FCFBD83B2729}" type="presParOf" srcId="{8504F437-06AF-4D5E-BB00-E50E969355A8}" destId="{225838CD-9F19-470B-BD03-A81522BDBCB5}" srcOrd="8" destOrd="0" presId="urn:microsoft.com/office/officeart/2018/2/layout/IconVerticalSolidList"/>
    <dgm:cxn modelId="{F5D4FB2A-B672-40E6-8C57-2D9AA941DEC7}" type="presParOf" srcId="{225838CD-9F19-470B-BD03-A81522BDBCB5}" destId="{BF53C2A7-B631-4E69-A039-CE516B3CEF07}" srcOrd="0" destOrd="0" presId="urn:microsoft.com/office/officeart/2018/2/layout/IconVerticalSolidList"/>
    <dgm:cxn modelId="{42B108FE-9AFE-484A-8898-03BF321402B0}" type="presParOf" srcId="{225838CD-9F19-470B-BD03-A81522BDBCB5}" destId="{406B7B00-3BAC-4507-8CBC-F109F9EE56FE}" srcOrd="1" destOrd="0" presId="urn:microsoft.com/office/officeart/2018/2/layout/IconVerticalSolidList"/>
    <dgm:cxn modelId="{62EB065C-B810-4274-ACA6-F52472BD00A5}" type="presParOf" srcId="{225838CD-9F19-470B-BD03-A81522BDBCB5}" destId="{31CE2238-2AEA-43B0-B9AD-17A16B00C66D}" srcOrd="2" destOrd="0" presId="urn:microsoft.com/office/officeart/2018/2/layout/IconVerticalSolidList"/>
    <dgm:cxn modelId="{F848188F-4EF6-4092-84BE-B1C082DC982E}" type="presParOf" srcId="{225838CD-9F19-470B-BD03-A81522BDBCB5}" destId="{6EFD0C31-E0C8-4C09-9EF1-4CAECB67AA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01F045-9738-4A59-A593-88631F4264E4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51440CA-0E98-46E9-BF9F-E414364CB66D}">
      <dgm:prSet/>
      <dgm:spPr/>
      <dgm:t>
        <a:bodyPr/>
        <a:lstStyle/>
        <a:p>
          <a:r>
            <a:rPr lang="en-US"/>
            <a:t>1. Producer sends events to Kafka topic</a:t>
          </a:r>
        </a:p>
      </dgm:t>
    </dgm:pt>
    <dgm:pt modelId="{63B70B92-6166-458D-97D9-12A271AF3613}" type="parTrans" cxnId="{29C51350-9E8E-4D90-A465-21C5B24264F5}">
      <dgm:prSet/>
      <dgm:spPr/>
      <dgm:t>
        <a:bodyPr/>
        <a:lstStyle/>
        <a:p>
          <a:endParaRPr lang="en-US"/>
        </a:p>
      </dgm:t>
    </dgm:pt>
    <dgm:pt modelId="{B73E0CC4-77EC-4DBA-9417-B4443AD733FE}" type="sibTrans" cxnId="{29C51350-9E8E-4D90-A465-21C5B24264F5}">
      <dgm:prSet/>
      <dgm:spPr/>
      <dgm:t>
        <a:bodyPr/>
        <a:lstStyle/>
        <a:p>
          <a:endParaRPr lang="en-US"/>
        </a:p>
      </dgm:t>
    </dgm:pt>
    <dgm:pt modelId="{3FB36BF7-BAC3-451D-9FE4-57B9B75B0D2D}">
      <dgm:prSet/>
      <dgm:spPr/>
      <dgm:t>
        <a:bodyPr/>
        <a:lstStyle/>
        <a:p>
          <a:r>
            <a:rPr lang="en-US"/>
            <a:t>2. NiFi consumes and converts data to Parquet</a:t>
          </a:r>
        </a:p>
      </dgm:t>
    </dgm:pt>
    <dgm:pt modelId="{5F716E5A-13E8-4A4B-957F-DC3C889E9B01}" type="parTrans" cxnId="{EE9D8688-E6A0-4BB3-B215-1D6CC500B556}">
      <dgm:prSet/>
      <dgm:spPr/>
      <dgm:t>
        <a:bodyPr/>
        <a:lstStyle/>
        <a:p>
          <a:endParaRPr lang="en-US"/>
        </a:p>
      </dgm:t>
    </dgm:pt>
    <dgm:pt modelId="{57AEB0CB-30F5-4462-90AE-50421086231D}" type="sibTrans" cxnId="{EE9D8688-E6A0-4BB3-B215-1D6CC500B556}">
      <dgm:prSet/>
      <dgm:spPr/>
      <dgm:t>
        <a:bodyPr/>
        <a:lstStyle/>
        <a:p>
          <a:endParaRPr lang="en-US"/>
        </a:p>
      </dgm:t>
    </dgm:pt>
    <dgm:pt modelId="{8DC24B5F-4882-4B44-9932-C62AD6E2D6EE}">
      <dgm:prSet/>
      <dgm:spPr/>
      <dgm:t>
        <a:bodyPr/>
        <a:lstStyle/>
        <a:p>
          <a:r>
            <a:rPr lang="en-US"/>
            <a:t>3. Data stored in HDFS</a:t>
          </a:r>
        </a:p>
      </dgm:t>
    </dgm:pt>
    <dgm:pt modelId="{B1D1A3C4-ADD1-4D8E-BBB4-C34AAE70D36F}" type="parTrans" cxnId="{5C1DABD2-E918-4059-88F8-D214FC80A38E}">
      <dgm:prSet/>
      <dgm:spPr/>
      <dgm:t>
        <a:bodyPr/>
        <a:lstStyle/>
        <a:p>
          <a:endParaRPr lang="en-US"/>
        </a:p>
      </dgm:t>
    </dgm:pt>
    <dgm:pt modelId="{D615417E-A3D0-45E3-860D-7E6ACC1B21C9}" type="sibTrans" cxnId="{5C1DABD2-E918-4059-88F8-D214FC80A38E}">
      <dgm:prSet/>
      <dgm:spPr/>
      <dgm:t>
        <a:bodyPr/>
        <a:lstStyle/>
        <a:p>
          <a:endParaRPr lang="en-US"/>
        </a:p>
      </dgm:t>
    </dgm:pt>
    <dgm:pt modelId="{E3FDAAE4-BCBB-4784-BFC5-E559183F905C}">
      <dgm:prSet/>
      <dgm:spPr/>
      <dgm:t>
        <a:bodyPr/>
        <a:lstStyle/>
        <a:p>
          <a:r>
            <a:rPr lang="en-US" dirty="0"/>
            <a:t>4. </a:t>
          </a:r>
          <a:r>
            <a:rPr lang="ar-EG" dirty="0"/>
            <a:t> </a:t>
          </a:r>
          <a:r>
            <a:rPr lang="en-US" dirty="0"/>
            <a:t>Airflow automates load and archive</a:t>
          </a:r>
        </a:p>
      </dgm:t>
    </dgm:pt>
    <dgm:pt modelId="{6AAA697F-68DE-46F3-96E7-C64C220A9DC0}" type="parTrans" cxnId="{754208B3-F0B9-4027-8FF8-583356C7BB2E}">
      <dgm:prSet/>
      <dgm:spPr/>
      <dgm:t>
        <a:bodyPr/>
        <a:lstStyle/>
        <a:p>
          <a:endParaRPr lang="en-US"/>
        </a:p>
      </dgm:t>
    </dgm:pt>
    <dgm:pt modelId="{2F7BB928-4289-4F1C-B303-DDC12685B958}" type="sibTrans" cxnId="{754208B3-F0B9-4027-8FF8-583356C7BB2E}">
      <dgm:prSet/>
      <dgm:spPr/>
      <dgm:t>
        <a:bodyPr/>
        <a:lstStyle/>
        <a:p>
          <a:endParaRPr lang="en-US"/>
        </a:p>
      </dgm:t>
    </dgm:pt>
    <dgm:pt modelId="{D0FCAF37-1E99-4640-AF3E-B893D5E8A0C7}">
      <dgm:prSet/>
      <dgm:spPr/>
      <dgm:t>
        <a:bodyPr/>
        <a:lstStyle/>
        <a:p>
          <a:r>
            <a:rPr lang="en-US" dirty="0"/>
            <a:t>5. </a:t>
          </a:r>
          <a:r>
            <a:rPr lang="ar-EG" dirty="0"/>
            <a:t> </a:t>
          </a:r>
          <a:r>
            <a:rPr lang="en-US" dirty="0"/>
            <a:t>Hive external table reads raw data</a:t>
          </a:r>
        </a:p>
      </dgm:t>
    </dgm:pt>
    <dgm:pt modelId="{CC32BB40-379C-4508-BFB4-038AC6036BAB}" type="parTrans" cxnId="{BCBB8CA5-FB53-4308-A892-EBBD3C0B11BF}">
      <dgm:prSet/>
      <dgm:spPr/>
      <dgm:t>
        <a:bodyPr/>
        <a:lstStyle/>
        <a:p>
          <a:endParaRPr lang="en-US"/>
        </a:p>
      </dgm:t>
    </dgm:pt>
    <dgm:pt modelId="{D00D1319-DE63-4295-92B5-BBCF5D5C38C3}" type="sibTrans" cxnId="{BCBB8CA5-FB53-4308-A892-EBBD3C0B11BF}">
      <dgm:prSet/>
      <dgm:spPr/>
      <dgm:t>
        <a:bodyPr/>
        <a:lstStyle/>
        <a:p>
          <a:endParaRPr lang="en-US"/>
        </a:p>
      </dgm:t>
    </dgm:pt>
    <dgm:pt modelId="{082BAE75-E4A1-4D3C-BD7D-8BA217F7B4C4}">
      <dgm:prSet/>
      <dgm:spPr/>
      <dgm:t>
        <a:bodyPr/>
        <a:lstStyle/>
        <a:p>
          <a:r>
            <a:rPr lang="en-US" dirty="0"/>
            <a:t>6. Process</a:t>
          </a:r>
          <a:r>
            <a:rPr lang="ar-EG" dirty="0"/>
            <a:t> </a:t>
          </a:r>
          <a:r>
            <a:rPr lang="en-US" dirty="0"/>
            <a:t>Managed table stores optimized data</a:t>
          </a:r>
        </a:p>
      </dgm:t>
    </dgm:pt>
    <dgm:pt modelId="{B01F922C-F559-4CB8-A41E-3D5032F3DB6F}" type="parTrans" cxnId="{CE33AE33-E4F5-41B4-8C04-9EDE15198C20}">
      <dgm:prSet/>
      <dgm:spPr/>
      <dgm:t>
        <a:bodyPr/>
        <a:lstStyle/>
        <a:p>
          <a:endParaRPr lang="en-US"/>
        </a:p>
      </dgm:t>
    </dgm:pt>
    <dgm:pt modelId="{07ABA871-64E9-47E6-93CE-18A58F6849BC}" type="sibTrans" cxnId="{CE33AE33-E4F5-41B4-8C04-9EDE15198C20}">
      <dgm:prSet/>
      <dgm:spPr/>
      <dgm:t>
        <a:bodyPr/>
        <a:lstStyle/>
        <a:p>
          <a:endParaRPr lang="en-US"/>
        </a:p>
      </dgm:t>
    </dgm:pt>
    <dgm:pt modelId="{B7D439D9-454C-4790-BA4A-23733ECF04CE}" type="pres">
      <dgm:prSet presAssocID="{8D01F045-9738-4A59-A593-88631F4264E4}" presName="Name0" presStyleCnt="0">
        <dgm:presLayoutVars>
          <dgm:dir/>
          <dgm:resizeHandles val="exact"/>
        </dgm:presLayoutVars>
      </dgm:prSet>
      <dgm:spPr/>
    </dgm:pt>
    <dgm:pt modelId="{16D1D8B6-FD6B-4ECC-BBF5-DA94533DDFCC}" type="pres">
      <dgm:prSet presAssocID="{051440CA-0E98-46E9-BF9F-E414364CB66D}" presName="node" presStyleLbl="node1" presStyleIdx="0" presStyleCnt="6">
        <dgm:presLayoutVars>
          <dgm:bulletEnabled val="1"/>
        </dgm:presLayoutVars>
      </dgm:prSet>
      <dgm:spPr/>
    </dgm:pt>
    <dgm:pt modelId="{F76D09F9-9155-4B6A-8A0B-84252B616166}" type="pres">
      <dgm:prSet presAssocID="{B73E0CC4-77EC-4DBA-9417-B4443AD733FE}" presName="sibTrans" presStyleLbl="sibTrans1D1" presStyleIdx="0" presStyleCnt="5"/>
      <dgm:spPr/>
    </dgm:pt>
    <dgm:pt modelId="{46CF481E-0C90-48E1-B914-F38A895A65AE}" type="pres">
      <dgm:prSet presAssocID="{B73E0CC4-77EC-4DBA-9417-B4443AD733FE}" presName="connectorText" presStyleLbl="sibTrans1D1" presStyleIdx="0" presStyleCnt="5"/>
      <dgm:spPr/>
    </dgm:pt>
    <dgm:pt modelId="{AF99D878-B64E-41AC-A8FE-B2BCB1FA2536}" type="pres">
      <dgm:prSet presAssocID="{3FB36BF7-BAC3-451D-9FE4-57B9B75B0D2D}" presName="node" presStyleLbl="node1" presStyleIdx="1" presStyleCnt="6">
        <dgm:presLayoutVars>
          <dgm:bulletEnabled val="1"/>
        </dgm:presLayoutVars>
      </dgm:prSet>
      <dgm:spPr/>
    </dgm:pt>
    <dgm:pt modelId="{03D12A2A-FF90-4A12-A77E-18D0F310906E}" type="pres">
      <dgm:prSet presAssocID="{57AEB0CB-30F5-4462-90AE-50421086231D}" presName="sibTrans" presStyleLbl="sibTrans1D1" presStyleIdx="1" presStyleCnt="5"/>
      <dgm:spPr/>
    </dgm:pt>
    <dgm:pt modelId="{EDCFD0A4-62F1-4058-9473-A3B2D754FF52}" type="pres">
      <dgm:prSet presAssocID="{57AEB0CB-30F5-4462-90AE-50421086231D}" presName="connectorText" presStyleLbl="sibTrans1D1" presStyleIdx="1" presStyleCnt="5"/>
      <dgm:spPr/>
    </dgm:pt>
    <dgm:pt modelId="{1894D91E-5018-404E-99EA-0DBE1D5933BF}" type="pres">
      <dgm:prSet presAssocID="{8DC24B5F-4882-4B44-9932-C62AD6E2D6EE}" presName="node" presStyleLbl="node1" presStyleIdx="2" presStyleCnt="6">
        <dgm:presLayoutVars>
          <dgm:bulletEnabled val="1"/>
        </dgm:presLayoutVars>
      </dgm:prSet>
      <dgm:spPr/>
    </dgm:pt>
    <dgm:pt modelId="{17AAEB5E-B1D0-4560-B4BF-8B6C6160CA16}" type="pres">
      <dgm:prSet presAssocID="{D615417E-A3D0-45E3-860D-7E6ACC1B21C9}" presName="sibTrans" presStyleLbl="sibTrans1D1" presStyleIdx="2" presStyleCnt="5"/>
      <dgm:spPr/>
    </dgm:pt>
    <dgm:pt modelId="{AD4F877D-17D9-4F8B-87AF-16F98DD29AD4}" type="pres">
      <dgm:prSet presAssocID="{D615417E-A3D0-45E3-860D-7E6ACC1B21C9}" presName="connectorText" presStyleLbl="sibTrans1D1" presStyleIdx="2" presStyleCnt="5"/>
      <dgm:spPr/>
    </dgm:pt>
    <dgm:pt modelId="{0F95B478-C064-4EFC-87DB-373F9B6AD5D9}" type="pres">
      <dgm:prSet presAssocID="{E3FDAAE4-BCBB-4784-BFC5-E559183F905C}" presName="node" presStyleLbl="node1" presStyleIdx="3" presStyleCnt="6">
        <dgm:presLayoutVars>
          <dgm:bulletEnabled val="1"/>
        </dgm:presLayoutVars>
      </dgm:prSet>
      <dgm:spPr/>
    </dgm:pt>
    <dgm:pt modelId="{AB64D7B6-6D6B-4C95-B781-B87E81D4CF7C}" type="pres">
      <dgm:prSet presAssocID="{2F7BB928-4289-4F1C-B303-DDC12685B958}" presName="sibTrans" presStyleLbl="sibTrans1D1" presStyleIdx="3" presStyleCnt="5"/>
      <dgm:spPr/>
    </dgm:pt>
    <dgm:pt modelId="{73A75E4C-86A3-4B25-BACA-254B402502A6}" type="pres">
      <dgm:prSet presAssocID="{2F7BB928-4289-4F1C-B303-DDC12685B958}" presName="connectorText" presStyleLbl="sibTrans1D1" presStyleIdx="3" presStyleCnt="5"/>
      <dgm:spPr/>
    </dgm:pt>
    <dgm:pt modelId="{137A77B7-C04C-44A3-B30D-3377AD59AFCE}" type="pres">
      <dgm:prSet presAssocID="{D0FCAF37-1E99-4640-AF3E-B893D5E8A0C7}" presName="node" presStyleLbl="node1" presStyleIdx="4" presStyleCnt="6">
        <dgm:presLayoutVars>
          <dgm:bulletEnabled val="1"/>
        </dgm:presLayoutVars>
      </dgm:prSet>
      <dgm:spPr/>
    </dgm:pt>
    <dgm:pt modelId="{2D08ED34-966C-4D54-82A8-388C580C559E}" type="pres">
      <dgm:prSet presAssocID="{D00D1319-DE63-4295-92B5-BBCF5D5C38C3}" presName="sibTrans" presStyleLbl="sibTrans1D1" presStyleIdx="4" presStyleCnt="5"/>
      <dgm:spPr/>
    </dgm:pt>
    <dgm:pt modelId="{75D9243D-EA8D-4311-983F-B13DC6450872}" type="pres">
      <dgm:prSet presAssocID="{D00D1319-DE63-4295-92B5-BBCF5D5C38C3}" presName="connectorText" presStyleLbl="sibTrans1D1" presStyleIdx="4" presStyleCnt="5"/>
      <dgm:spPr/>
    </dgm:pt>
    <dgm:pt modelId="{F9FC6F4C-D94C-4259-A8AE-0FAD06139165}" type="pres">
      <dgm:prSet presAssocID="{082BAE75-E4A1-4D3C-BD7D-8BA217F7B4C4}" presName="node" presStyleLbl="node1" presStyleIdx="5" presStyleCnt="6">
        <dgm:presLayoutVars>
          <dgm:bulletEnabled val="1"/>
        </dgm:presLayoutVars>
      </dgm:prSet>
      <dgm:spPr/>
    </dgm:pt>
  </dgm:ptLst>
  <dgm:cxnLst>
    <dgm:cxn modelId="{2ECDC50A-1678-4831-A067-137A3E1F32DD}" type="presOf" srcId="{B73E0CC4-77EC-4DBA-9417-B4443AD733FE}" destId="{F76D09F9-9155-4B6A-8A0B-84252B616166}" srcOrd="0" destOrd="0" presId="urn:microsoft.com/office/officeart/2016/7/layout/RepeatingBendingProcessNew"/>
    <dgm:cxn modelId="{1A6CF810-1918-4AD6-82F6-513AD021AD4E}" type="presOf" srcId="{E3FDAAE4-BCBB-4784-BFC5-E559183F905C}" destId="{0F95B478-C064-4EFC-87DB-373F9B6AD5D9}" srcOrd="0" destOrd="0" presId="urn:microsoft.com/office/officeart/2016/7/layout/RepeatingBendingProcessNew"/>
    <dgm:cxn modelId="{B7383C25-D74B-47F8-B74E-15911B368224}" type="presOf" srcId="{57AEB0CB-30F5-4462-90AE-50421086231D}" destId="{EDCFD0A4-62F1-4058-9473-A3B2D754FF52}" srcOrd="1" destOrd="0" presId="urn:microsoft.com/office/officeart/2016/7/layout/RepeatingBendingProcessNew"/>
    <dgm:cxn modelId="{B2A70829-380B-418A-A4DE-869D8D9B4141}" type="presOf" srcId="{051440CA-0E98-46E9-BF9F-E414364CB66D}" destId="{16D1D8B6-FD6B-4ECC-BBF5-DA94533DDFCC}" srcOrd="0" destOrd="0" presId="urn:microsoft.com/office/officeart/2016/7/layout/RepeatingBendingProcessNew"/>
    <dgm:cxn modelId="{CA2F292C-FE8F-4837-A83C-2D04242B08FB}" type="presOf" srcId="{2F7BB928-4289-4F1C-B303-DDC12685B958}" destId="{73A75E4C-86A3-4B25-BACA-254B402502A6}" srcOrd="1" destOrd="0" presId="urn:microsoft.com/office/officeart/2016/7/layout/RepeatingBendingProcessNew"/>
    <dgm:cxn modelId="{37BF8E32-5863-4BEC-8A40-36F0E52CB06E}" type="presOf" srcId="{D00D1319-DE63-4295-92B5-BBCF5D5C38C3}" destId="{75D9243D-EA8D-4311-983F-B13DC6450872}" srcOrd="1" destOrd="0" presId="urn:microsoft.com/office/officeart/2016/7/layout/RepeatingBendingProcessNew"/>
    <dgm:cxn modelId="{CE33AE33-E4F5-41B4-8C04-9EDE15198C20}" srcId="{8D01F045-9738-4A59-A593-88631F4264E4}" destId="{082BAE75-E4A1-4D3C-BD7D-8BA217F7B4C4}" srcOrd="5" destOrd="0" parTransId="{B01F922C-F559-4CB8-A41E-3D5032F3DB6F}" sibTransId="{07ABA871-64E9-47E6-93CE-18A58F6849BC}"/>
    <dgm:cxn modelId="{62E12361-2BAA-4D41-BD98-9EA9A84EE43F}" type="presOf" srcId="{D615417E-A3D0-45E3-860D-7E6ACC1B21C9}" destId="{AD4F877D-17D9-4F8B-87AF-16F98DD29AD4}" srcOrd="1" destOrd="0" presId="urn:microsoft.com/office/officeart/2016/7/layout/RepeatingBendingProcessNew"/>
    <dgm:cxn modelId="{A563F963-7DFE-4B3E-83A5-ACF9B0FC0A86}" type="presOf" srcId="{2F7BB928-4289-4F1C-B303-DDC12685B958}" destId="{AB64D7B6-6D6B-4C95-B781-B87E81D4CF7C}" srcOrd="0" destOrd="0" presId="urn:microsoft.com/office/officeart/2016/7/layout/RepeatingBendingProcessNew"/>
    <dgm:cxn modelId="{FC5D344C-6A8E-4C71-A23E-F48FC5FB6F1E}" type="presOf" srcId="{D00D1319-DE63-4295-92B5-BBCF5D5C38C3}" destId="{2D08ED34-966C-4D54-82A8-388C580C559E}" srcOrd="0" destOrd="0" presId="urn:microsoft.com/office/officeart/2016/7/layout/RepeatingBendingProcessNew"/>
    <dgm:cxn modelId="{29C51350-9E8E-4D90-A465-21C5B24264F5}" srcId="{8D01F045-9738-4A59-A593-88631F4264E4}" destId="{051440CA-0E98-46E9-BF9F-E414364CB66D}" srcOrd="0" destOrd="0" parTransId="{63B70B92-6166-458D-97D9-12A271AF3613}" sibTransId="{B73E0CC4-77EC-4DBA-9417-B4443AD733FE}"/>
    <dgm:cxn modelId="{8BD93275-447F-4593-B184-F2CED1306B42}" type="presOf" srcId="{8D01F045-9738-4A59-A593-88631F4264E4}" destId="{B7D439D9-454C-4790-BA4A-23733ECF04CE}" srcOrd="0" destOrd="0" presId="urn:microsoft.com/office/officeart/2016/7/layout/RepeatingBendingProcessNew"/>
    <dgm:cxn modelId="{F086FB81-524B-42B6-A2BD-6480061E2577}" type="presOf" srcId="{57AEB0CB-30F5-4462-90AE-50421086231D}" destId="{03D12A2A-FF90-4A12-A77E-18D0F310906E}" srcOrd="0" destOrd="0" presId="urn:microsoft.com/office/officeart/2016/7/layout/RepeatingBendingProcessNew"/>
    <dgm:cxn modelId="{EE9D8688-E6A0-4BB3-B215-1D6CC500B556}" srcId="{8D01F045-9738-4A59-A593-88631F4264E4}" destId="{3FB36BF7-BAC3-451D-9FE4-57B9B75B0D2D}" srcOrd="1" destOrd="0" parTransId="{5F716E5A-13E8-4A4B-957F-DC3C889E9B01}" sibTransId="{57AEB0CB-30F5-4462-90AE-50421086231D}"/>
    <dgm:cxn modelId="{F93B9FA4-20D1-4D29-82AB-FD792EF5D597}" type="presOf" srcId="{8DC24B5F-4882-4B44-9932-C62AD6E2D6EE}" destId="{1894D91E-5018-404E-99EA-0DBE1D5933BF}" srcOrd="0" destOrd="0" presId="urn:microsoft.com/office/officeart/2016/7/layout/RepeatingBendingProcessNew"/>
    <dgm:cxn modelId="{BCBB8CA5-FB53-4308-A892-EBBD3C0B11BF}" srcId="{8D01F045-9738-4A59-A593-88631F4264E4}" destId="{D0FCAF37-1E99-4640-AF3E-B893D5E8A0C7}" srcOrd="4" destOrd="0" parTransId="{CC32BB40-379C-4508-BFB4-038AC6036BAB}" sibTransId="{D00D1319-DE63-4295-92B5-BBCF5D5C38C3}"/>
    <dgm:cxn modelId="{B84BE4A5-FED4-4F84-9CF2-CE9ECB20C762}" type="presOf" srcId="{D0FCAF37-1E99-4640-AF3E-B893D5E8A0C7}" destId="{137A77B7-C04C-44A3-B30D-3377AD59AFCE}" srcOrd="0" destOrd="0" presId="urn:microsoft.com/office/officeart/2016/7/layout/RepeatingBendingProcessNew"/>
    <dgm:cxn modelId="{754208B3-F0B9-4027-8FF8-583356C7BB2E}" srcId="{8D01F045-9738-4A59-A593-88631F4264E4}" destId="{E3FDAAE4-BCBB-4784-BFC5-E559183F905C}" srcOrd="3" destOrd="0" parTransId="{6AAA697F-68DE-46F3-96E7-C64C220A9DC0}" sibTransId="{2F7BB928-4289-4F1C-B303-DDC12685B958}"/>
    <dgm:cxn modelId="{0A0E22BA-133F-461B-8CD2-6C8313EE980C}" type="presOf" srcId="{B73E0CC4-77EC-4DBA-9417-B4443AD733FE}" destId="{46CF481E-0C90-48E1-B914-F38A895A65AE}" srcOrd="1" destOrd="0" presId="urn:microsoft.com/office/officeart/2016/7/layout/RepeatingBendingProcessNew"/>
    <dgm:cxn modelId="{CA3985C2-8764-44B3-95AF-0FAE89D877B7}" type="presOf" srcId="{D615417E-A3D0-45E3-860D-7E6ACC1B21C9}" destId="{17AAEB5E-B1D0-4560-B4BF-8B6C6160CA16}" srcOrd="0" destOrd="0" presId="urn:microsoft.com/office/officeart/2016/7/layout/RepeatingBendingProcessNew"/>
    <dgm:cxn modelId="{5C1DABD2-E918-4059-88F8-D214FC80A38E}" srcId="{8D01F045-9738-4A59-A593-88631F4264E4}" destId="{8DC24B5F-4882-4B44-9932-C62AD6E2D6EE}" srcOrd="2" destOrd="0" parTransId="{B1D1A3C4-ADD1-4D8E-BBB4-C34AAE70D36F}" sibTransId="{D615417E-A3D0-45E3-860D-7E6ACC1B21C9}"/>
    <dgm:cxn modelId="{373BE7DD-89CA-46AB-B14C-2EFDC6E47B58}" type="presOf" srcId="{3FB36BF7-BAC3-451D-9FE4-57B9B75B0D2D}" destId="{AF99D878-B64E-41AC-A8FE-B2BCB1FA2536}" srcOrd="0" destOrd="0" presId="urn:microsoft.com/office/officeart/2016/7/layout/RepeatingBendingProcessNew"/>
    <dgm:cxn modelId="{318768FA-996A-4D76-BECF-DF6FAAAD36D4}" type="presOf" srcId="{082BAE75-E4A1-4D3C-BD7D-8BA217F7B4C4}" destId="{F9FC6F4C-D94C-4259-A8AE-0FAD06139165}" srcOrd="0" destOrd="0" presId="urn:microsoft.com/office/officeart/2016/7/layout/RepeatingBendingProcessNew"/>
    <dgm:cxn modelId="{12601FB0-58BD-44E0-BDEA-19D6397FB80A}" type="presParOf" srcId="{B7D439D9-454C-4790-BA4A-23733ECF04CE}" destId="{16D1D8B6-FD6B-4ECC-BBF5-DA94533DDFCC}" srcOrd="0" destOrd="0" presId="urn:microsoft.com/office/officeart/2016/7/layout/RepeatingBendingProcessNew"/>
    <dgm:cxn modelId="{202ABD15-6E27-4F32-A9C0-F98E991A0034}" type="presParOf" srcId="{B7D439D9-454C-4790-BA4A-23733ECF04CE}" destId="{F76D09F9-9155-4B6A-8A0B-84252B616166}" srcOrd="1" destOrd="0" presId="urn:microsoft.com/office/officeart/2016/7/layout/RepeatingBendingProcessNew"/>
    <dgm:cxn modelId="{0AD6FA1A-19B7-41A7-ABFD-C7438AF638C9}" type="presParOf" srcId="{F76D09F9-9155-4B6A-8A0B-84252B616166}" destId="{46CF481E-0C90-48E1-B914-F38A895A65AE}" srcOrd="0" destOrd="0" presId="urn:microsoft.com/office/officeart/2016/7/layout/RepeatingBendingProcessNew"/>
    <dgm:cxn modelId="{043DEED1-5539-4404-978A-2D9D4275FA7E}" type="presParOf" srcId="{B7D439D9-454C-4790-BA4A-23733ECF04CE}" destId="{AF99D878-B64E-41AC-A8FE-B2BCB1FA2536}" srcOrd="2" destOrd="0" presId="urn:microsoft.com/office/officeart/2016/7/layout/RepeatingBendingProcessNew"/>
    <dgm:cxn modelId="{CA69C3A4-559D-4AE4-8EC2-90FF61C753E8}" type="presParOf" srcId="{B7D439D9-454C-4790-BA4A-23733ECF04CE}" destId="{03D12A2A-FF90-4A12-A77E-18D0F310906E}" srcOrd="3" destOrd="0" presId="urn:microsoft.com/office/officeart/2016/7/layout/RepeatingBendingProcessNew"/>
    <dgm:cxn modelId="{3834D102-EC34-460D-AAB7-096FB587C25A}" type="presParOf" srcId="{03D12A2A-FF90-4A12-A77E-18D0F310906E}" destId="{EDCFD0A4-62F1-4058-9473-A3B2D754FF52}" srcOrd="0" destOrd="0" presId="urn:microsoft.com/office/officeart/2016/7/layout/RepeatingBendingProcessNew"/>
    <dgm:cxn modelId="{2A2AE78E-0AD5-41A4-B6FA-671DB9F00BD9}" type="presParOf" srcId="{B7D439D9-454C-4790-BA4A-23733ECF04CE}" destId="{1894D91E-5018-404E-99EA-0DBE1D5933BF}" srcOrd="4" destOrd="0" presId="urn:microsoft.com/office/officeart/2016/7/layout/RepeatingBendingProcessNew"/>
    <dgm:cxn modelId="{D490EF68-6BDD-4C98-90D5-0A5649D6479D}" type="presParOf" srcId="{B7D439D9-454C-4790-BA4A-23733ECF04CE}" destId="{17AAEB5E-B1D0-4560-B4BF-8B6C6160CA16}" srcOrd="5" destOrd="0" presId="urn:microsoft.com/office/officeart/2016/7/layout/RepeatingBendingProcessNew"/>
    <dgm:cxn modelId="{80847018-55CB-4288-990C-2C0A36B32245}" type="presParOf" srcId="{17AAEB5E-B1D0-4560-B4BF-8B6C6160CA16}" destId="{AD4F877D-17D9-4F8B-87AF-16F98DD29AD4}" srcOrd="0" destOrd="0" presId="urn:microsoft.com/office/officeart/2016/7/layout/RepeatingBendingProcessNew"/>
    <dgm:cxn modelId="{24836E4A-EFBC-44B1-AC80-9A120EDABA31}" type="presParOf" srcId="{B7D439D9-454C-4790-BA4A-23733ECF04CE}" destId="{0F95B478-C064-4EFC-87DB-373F9B6AD5D9}" srcOrd="6" destOrd="0" presId="urn:microsoft.com/office/officeart/2016/7/layout/RepeatingBendingProcessNew"/>
    <dgm:cxn modelId="{A4CD3CE8-0808-4075-BF15-DB5AA7DEC3AB}" type="presParOf" srcId="{B7D439D9-454C-4790-BA4A-23733ECF04CE}" destId="{AB64D7B6-6D6B-4C95-B781-B87E81D4CF7C}" srcOrd="7" destOrd="0" presId="urn:microsoft.com/office/officeart/2016/7/layout/RepeatingBendingProcessNew"/>
    <dgm:cxn modelId="{C45F56A6-9A67-4A77-8233-E7236DE10135}" type="presParOf" srcId="{AB64D7B6-6D6B-4C95-B781-B87E81D4CF7C}" destId="{73A75E4C-86A3-4B25-BACA-254B402502A6}" srcOrd="0" destOrd="0" presId="urn:microsoft.com/office/officeart/2016/7/layout/RepeatingBendingProcessNew"/>
    <dgm:cxn modelId="{22078805-D161-484F-8232-7B6487956971}" type="presParOf" srcId="{B7D439D9-454C-4790-BA4A-23733ECF04CE}" destId="{137A77B7-C04C-44A3-B30D-3377AD59AFCE}" srcOrd="8" destOrd="0" presId="urn:microsoft.com/office/officeart/2016/7/layout/RepeatingBendingProcessNew"/>
    <dgm:cxn modelId="{C9186A04-ACF2-4637-A72B-461E6781477C}" type="presParOf" srcId="{B7D439D9-454C-4790-BA4A-23733ECF04CE}" destId="{2D08ED34-966C-4D54-82A8-388C580C559E}" srcOrd="9" destOrd="0" presId="urn:microsoft.com/office/officeart/2016/7/layout/RepeatingBendingProcessNew"/>
    <dgm:cxn modelId="{50567BDE-AE83-43F0-8237-1405F47994DD}" type="presParOf" srcId="{2D08ED34-966C-4D54-82A8-388C580C559E}" destId="{75D9243D-EA8D-4311-983F-B13DC6450872}" srcOrd="0" destOrd="0" presId="urn:microsoft.com/office/officeart/2016/7/layout/RepeatingBendingProcessNew"/>
    <dgm:cxn modelId="{938EB741-5193-4202-9E69-E3FDE3B7658B}" type="presParOf" srcId="{B7D439D9-454C-4790-BA4A-23733ECF04CE}" destId="{F9FC6F4C-D94C-4259-A8AE-0FAD0613916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4A8186-A522-42A5-AAF3-39ABC5AA8E4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2269A5-2770-424F-B8FE-8795C96273A2}">
      <dgm:prSet/>
      <dgm:spPr/>
      <dgm:t>
        <a:bodyPr/>
        <a:lstStyle/>
        <a:p>
          <a:r>
            <a:rPr lang="en-US"/>
            <a:t>• DAG defines workflow dependencies</a:t>
          </a:r>
        </a:p>
      </dgm:t>
    </dgm:pt>
    <dgm:pt modelId="{F3436F97-4791-445E-9BF6-178C128889B3}" type="parTrans" cxnId="{0809C0D0-F857-44D2-8056-8047733FF12C}">
      <dgm:prSet/>
      <dgm:spPr/>
      <dgm:t>
        <a:bodyPr/>
        <a:lstStyle/>
        <a:p>
          <a:endParaRPr lang="en-US"/>
        </a:p>
      </dgm:t>
    </dgm:pt>
    <dgm:pt modelId="{9DF1D07B-6938-4218-9B1C-2AE9BF669FDB}" type="sibTrans" cxnId="{0809C0D0-F857-44D2-8056-8047733FF12C}">
      <dgm:prSet/>
      <dgm:spPr/>
      <dgm:t>
        <a:bodyPr/>
        <a:lstStyle/>
        <a:p>
          <a:endParaRPr lang="en-US"/>
        </a:p>
      </dgm:t>
    </dgm:pt>
    <dgm:pt modelId="{20DF6B8B-68A0-44A2-A53F-CF1AC95181AA}">
      <dgm:prSet/>
      <dgm:spPr/>
      <dgm:t>
        <a:bodyPr/>
        <a:lstStyle/>
        <a:p>
          <a:r>
            <a:rPr lang="en-US"/>
            <a:t>• BashOperator executes Hive &amp; HDFS commands</a:t>
          </a:r>
        </a:p>
      </dgm:t>
    </dgm:pt>
    <dgm:pt modelId="{12949EB4-1F05-4B77-8685-1DD136F9E644}" type="parTrans" cxnId="{7F2ACDD6-A81D-4469-B4BD-89D2920F70BE}">
      <dgm:prSet/>
      <dgm:spPr/>
      <dgm:t>
        <a:bodyPr/>
        <a:lstStyle/>
        <a:p>
          <a:endParaRPr lang="en-US"/>
        </a:p>
      </dgm:t>
    </dgm:pt>
    <dgm:pt modelId="{4B1C9C25-75BF-4C68-A39E-C0F8128F1ED9}" type="sibTrans" cxnId="{7F2ACDD6-A81D-4469-B4BD-89D2920F70BE}">
      <dgm:prSet/>
      <dgm:spPr/>
      <dgm:t>
        <a:bodyPr/>
        <a:lstStyle/>
        <a:p>
          <a:endParaRPr lang="en-US"/>
        </a:p>
      </dgm:t>
    </dgm:pt>
    <dgm:pt modelId="{09CB0901-5A1B-4629-9251-08142AD796C9}">
      <dgm:prSet/>
      <dgm:spPr/>
      <dgm:t>
        <a:bodyPr/>
        <a:lstStyle/>
        <a:p>
          <a:r>
            <a:rPr lang="en-US"/>
            <a:t>• Scheduled execution </a:t>
          </a:r>
        </a:p>
      </dgm:t>
    </dgm:pt>
    <dgm:pt modelId="{C4E0A381-5153-4479-BDD2-0A0328EA651B}" type="parTrans" cxnId="{3BED2560-D61C-4C8B-8B2F-FAC03D1BE86E}">
      <dgm:prSet/>
      <dgm:spPr/>
      <dgm:t>
        <a:bodyPr/>
        <a:lstStyle/>
        <a:p>
          <a:endParaRPr lang="en-US"/>
        </a:p>
      </dgm:t>
    </dgm:pt>
    <dgm:pt modelId="{504F37F9-70E2-4665-A704-89C681F87B11}" type="sibTrans" cxnId="{3BED2560-D61C-4C8B-8B2F-FAC03D1BE86E}">
      <dgm:prSet/>
      <dgm:spPr/>
      <dgm:t>
        <a:bodyPr/>
        <a:lstStyle/>
        <a:p>
          <a:endParaRPr lang="en-US"/>
        </a:p>
      </dgm:t>
    </dgm:pt>
    <dgm:pt modelId="{08AD72B9-2A0E-47C2-8825-3429991493E5}">
      <dgm:prSet/>
      <dgm:spPr/>
      <dgm:t>
        <a:bodyPr/>
        <a:lstStyle/>
        <a:p>
          <a:r>
            <a:rPr lang="en-US"/>
            <a:t>• Handles data load into managed table</a:t>
          </a:r>
        </a:p>
      </dgm:t>
    </dgm:pt>
    <dgm:pt modelId="{69E10852-6FA2-43A1-A39C-419A329EADA2}" type="parTrans" cxnId="{160DDD7A-6FA2-4C81-B11F-29077EB3F469}">
      <dgm:prSet/>
      <dgm:spPr/>
      <dgm:t>
        <a:bodyPr/>
        <a:lstStyle/>
        <a:p>
          <a:endParaRPr lang="en-US"/>
        </a:p>
      </dgm:t>
    </dgm:pt>
    <dgm:pt modelId="{507724E5-3E54-4CAC-B819-1EDFF38CE135}" type="sibTrans" cxnId="{160DDD7A-6FA2-4C81-B11F-29077EB3F469}">
      <dgm:prSet/>
      <dgm:spPr/>
      <dgm:t>
        <a:bodyPr/>
        <a:lstStyle/>
        <a:p>
          <a:endParaRPr lang="en-US"/>
        </a:p>
      </dgm:t>
    </dgm:pt>
    <dgm:pt modelId="{25F48489-6352-482B-8480-5CEF7A2B0286}">
      <dgm:prSet/>
      <dgm:spPr/>
      <dgm:t>
        <a:bodyPr/>
        <a:lstStyle/>
        <a:p>
          <a:r>
            <a:rPr lang="en-US"/>
            <a:t>• Moves processed files to archive folder</a:t>
          </a:r>
        </a:p>
      </dgm:t>
    </dgm:pt>
    <dgm:pt modelId="{648208E6-906C-4CFC-BA9B-577741479F70}" type="parTrans" cxnId="{46AF8834-06CD-41E9-80D4-14F57F4146EA}">
      <dgm:prSet/>
      <dgm:spPr/>
      <dgm:t>
        <a:bodyPr/>
        <a:lstStyle/>
        <a:p>
          <a:endParaRPr lang="en-US"/>
        </a:p>
      </dgm:t>
    </dgm:pt>
    <dgm:pt modelId="{B1467AC7-EEC0-4772-A766-E91BCCFAEA90}" type="sibTrans" cxnId="{46AF8834-06CD-41E9-80D4-14F57F4146EA}">
      <dgm:prSet/>
      <dgm:spPr/>
      <dgm:t>
        <a:bodyPr/>
        <a:lstStyle/>
        <a:p>
          <a:endParaRPr lang="en-US"/>
        </a:p>
      </dgm:t>
    </dgm:pt>
    <dgm:pt modelId="{BD6AE7BE-FD7F-4490-97F5-7C7FE4701FBC}" type="pres">
      <dgm:prSet presAssocID="{884A8186-A522-42A5-AAF3-39ABC5AA8E46}" presName="linear" presStyleCnt="0">
        <dgm:presLayoutVars>
          <dgm:animLvl val="lvl"/>
          <dgm:resizeHandles val="exact"/>
        </dgm:presLayoutVars>
      </dgm:prSet>
      <dgm:spPr/>
    </dgm:pt>
    <dgm:pt modelId="{546AA560-F1F1-4470-AF1D-F559E0DEF78E}" type="pres">
      <dgm:prSet presAssocID="{9B2269A5-2770-424F-B8FE-8795C96273A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D0DB7D-A268-4726-917D-97AE30E8A1CA}" type="pres">
      <dgm:prSet presAssocID="{9DF1D07B-6938-4218-9B1C-2AE9BF669FDB}" presName="spacer" presStyleCnt="0"/>
      <dgm:spPr/>
    </dgm:pt>
    <dgm:pt modelId="{39E005D5-5F93-490E-A46C-FE4785E4BEC5}" type="pres">
      <dgm:prSet presAssocID="{20DF6B8B-68A0-44A2-A53F-CF1AC95181A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1CD3183-FE4C-4E60-B083-E45A264FCE24}" type="pres">
      <dgm:prSet presAssocID="{4B1C9C25-75BF-4C68-A39E-C0F8128F1ED9}" presName="spacer" presStyleCnt="0"/>
      <dgm:spPr/>
    </dgm:pt>
    <dgm:pt modelId="{7FD4BD07-5BBD-4884-B9C2-97BD4B85F43B}" type="pres">
      <dgm:prSet presAssocID="{09CB0901-5A1B-4629-9251-08142AD796C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AF16026-D754-4CE0-8E04-2C4A078B8D13}" type="pres">
      <dgm:prSet presAssocID="{504F37F9-70E2-4665-A704-89C681F87B11}" presName="spacer" presStyleCnt="0"/>
      <dgm:spPr/>
    </dgm:pt>
    <dgm:pt modelId="{B1B34439-A371-4A40-A8E3-A51648679E0E}" type="pres">
      <dgm:prSet presAssocID="{08AD72B9-2A0E-47C2-8825-3429991493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820D62B-319C-418A-93BC-5095C8690AD6}" type="pres">
      <dgm:prSet presAssocID="{507724E5-3E54-4CAC-B819-1EDFF38CE135}" presName="spacer" presStyleCnt="0"/>
      <dgm:spPr/>
    </dgm:pt>
    <dgm:pt modelId="{2AB8141F-D532-4FBD-9350-E6C7431DD53A}" type="pres">
      <dgm:prSet presAssocID="{25F48489-6352-482B-8480-5CEF7A2B028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BA68008-3450-430B-8C2B-C40FB535F12B}" type="presOf" srcId="{9B2269A5-2770-424F-B8FE-8795C96273A2}" destId="{546AA560-F1F1-4470-AF1D-F559E0DEF78E}" srcOrd="0" destOrd="0" presId="urn:microsoft.com/office/officeart/2005/8/layout/vList2"/>
    <dgm:cxn modelId="{937EAC09-E74C-4ABB-A615-6E4BF386D96C}" type="presOf" srcId="{20DF6B8B-68A0-44A2-A53F-CF1AC95181AA}" destId="{39E005D5-5F93-490E-A46C-FE4785E4BEC5}" srcOrd="0" destOrd="0" presId="urn:microsoft.com/office/officeart/2005/8/layout/vList2"/>
    <dgm:cxn modelId="{46AF8834-06CD-41E9-80D4-14F57F4146EA}" srcId="{884A8186-A522-42A5-AAF3-39ABC5AA8E46}" destId="{25F48489-6352-482B-8480-5CEF7A2B0286}" srcOrd="4" destOrd="0" parTransId="{648208E6-906C-4CFC-BA9B-577741479F70}" sibTransId="{B1467AC7-EEC0-4772-A766-E91BCCFAEA90}"/>
    <dgm:cxn modelId="{5DA9763C-DA70-40BD-A125-25B8712FE4AC}" type="presOf" srcId="{09CB0901-5A1B-4629-9251-08142AD796C9}" destId="{7FD4BD07-5BBD-4884-B9C2-97BD4B85F43B}" srcOrd="0" destOrd="0" presId="urn:microsoft.com/office/officeart/2005/8/layout/vList2"/>
    <dgm:cxn modelId="{3BED2560-D61C-4C8B-8B2F-FAC03D1BE86E}" srcId="{884A8186-A522-42A5-AAF3-39ABC5AA8E46}" destId="{09CB0901-5A1B-4629-9251-08142AD796C9}" srcOrd="2" destOrd="0" parTransId="{C4E0A381-5153-4479-BDD2-0A0328EA651B}" sibTransId="{504F37F9-70E2-4665-A704-89C681F87B11}"/>
    <dgm:cxn modelId="{FD2C2F50-18EB-4D0E-9B6D-5E373E25D53B}" type="presOf" srcId="{884A8186-A522-42A5-AAF3-39ABC5AA8E46}" destId="{BD6AE7BE-FD7F-4490-97F5-7C7FE4701FBC}" srcOrd="0" destOrd="0" presId="urn:microsoft.com/office/officeart/2005/8/layout/vList2"/>
    <dgm:cxn modelId="{160DDD7A-6FA2-4C81-B11F-29077EB3F469}" srcId="{884A8186-A522-42A5-AAF3-39ABC5AA8E46}" destId="{08AD72B9-2A0E-47C2-8825-3429991493E5}" srcOrd="3" destOrd="0" parTransId="{69E10852-6FA2-43A1-A39C-419A329EADA2}" sibTransId="{507724E5-3E54-4CAC-B819-1EDFF38CE135}"/>
    <dgm:cxn modelId="{D1E4EA95-0DC8-4D77-A796-6897F34C81C8}" type="presOf" srcId="{25F48489-6352-482B-8480-5CEF7A2B0286}" destId="{2AB8141F-D532-4FBD-9350-E6C7431DD53A}" srcOrd="0" destOrd="0" presId="urn:microsoft.com/office/officeart/2005/8/layout/vList2"/>
    <dgm:cxn modelId="{5E5558CA-D4CD-45CE-97A6-893AD5335A02}" type="presOf" srcId="{08AD72B9-2A0E-47C2-8825-3429991493E5}" destId="{B1B34439-A371-4A40-A8E3-A51648679E0E}" srcOrd="0" destOrd="0" presId="urn:microsoft.com/office/officeart/2005/8/layout/vList2"/>
    <dgm:cxn modelId="{0809C0D0-F857-44D2-8056-8047733FF12C}" srcId="{884A8186-A522-42A5-AAF3-39ABC5AA8E46}" destId="{9B2269A5-2770-424F-B8FE-8795C96273A2}" srcOrd="0" destOrd="0" parTransId="{F3436F97-4791-445E-9BF6-178C128889B3}" sibTransId="{9DF1D07B-6938-4218-9B1C-2AE9BF669FDB}"/>
    <dgm:cxn modelId="{7F2ACDD6-A81D-4469-B4BD-89D2920F70BE}" srcId="{884A8186-A522-42A5-AAF3-39ABC5AA8E46}" destId="{20DF6B8B-68A0-44A2-A53F-CF1AC95181AA}" srcOrd="1" destOrd="0" parTransId="{12949EB4-1F05-4B77-8685-1DD136F9E644}" sibTransId="{4B1C9C25-75BF-4C68-A39E-C0F8128F1ED9}"/>
    <dgm:cxn modelId="{8D338B5F-52F6-4EA4-8516-E5A1335F58EC}" type="presParOf" srcId="{BD6AE7BE-FD7F-4490-97F5-7C7FE4701FBC}" destId="{546AA560-F1F1-4470-AF1D-F559E0DEF78E}" srcOrd="0" destOrd="0" presId="urn:microsoft.com/office/officeart/2005/8/layout/vList2"/>
    <dgm:cxn modelId="{358BE416-FD5A-4A91-8DFC-6940B4E2502D}" type="presParOf" srcId="{BD6AE7BE-FD7F-4490-97F5-7C7FE4701FBC}" destId="{84D0DB7D-A268-4726-917D-97AE30E8A1CA}" srcOrd="1" destOrd="0" presId="urn:microsoft.com/office/officeart/2005/8/layout/vList2"/>
    <dgm:cxn modelId="{79980BCA-D04A-458F-8F8B-F1EEB941C377}" type="presParOf" srcId="{BD6AE7BE-FD7F-4490-97F5-7C7FE4701FBC}" destId="{39E005D5-5F93-490E-A46C-FE4785E4BEC5}" srcOrd="2" destOrd="0" presId="urn:microsoft.com/office/officeart/2005/8/layout/vList2"/>
    <dgm:cxn modelId="{8D417038-E3FB-42A4-8739-5FE79D0F7847}" type="presParOf" srcId="{BD6AE7BE-FD7F-4490-97F5-7C7FE4701FBC}" destId="{D1CD3183-FE4C-4E60-B083-E45A264FCE24}" srcOrd="3" destOrd="0" presId="urn:microsoft.com/office/officeart/2005/8/layout/vList2"/>
    <dgm:cxn modelId="{6FB3CE27-2CC3-47CE-BD05-865FBEF4E6E0}" type="presParOf" srcId="{BD6AE7BE-FD7F-4490-97F5-7C7FE4701FBC}" destId="{7FD4BD07-5BBD-4884-B9C2-97BD4B85F43B}" srcOrd="4" destOrd="0" presId="urn:microsoft.com/office/officeart/2005/8/layout/vList2"/>
    <dgm:cxn modelId="{C32C29C7-98F4-43ED-A625-F44A9D1620DC}" type="presParOf" srcId="{BD6AE7BE-FD7F-4490-97F5-7C7FE4701FBC}" destId="{9AF16026-D754-4CE0-8E04-2C4A078B8D13}" srcOrd="5" destOrd="0" presId="urn:microsoft.com/office/officeart/2005/8/layout/vList2"/>
    <dgm:cxn modelId="{6FE49362-AF5A-4A13-8E67-B7351373C488}" type="presParOf" srcId="{BD6AE7BE-FD7F-4490-97F5-7C7FE4701FBC}" destId="{B1B34439-A371-4A40-A8E3-A51648679E0E}" srcOrd="6" destOrd="0" presId="urn:microsoft.com/office/officeart/2005/8/layout/vList2"/>
    <dgm:cxn modelId="{F880EDA8-0C21-4DBD-B87D-43DCE0EE6D24}" type="presParOf" srcId="{BD6AE7BE-FD7F-4490-97F5-7C7FE4701FBC}" destId="{7820D62B-319C-418A-93BC-5095C8690AD6}" srcOrd="7" destOrd="0" presId="urn:microsoft.com/office/officeart/2005/8/layout/vList2"/>
    <dgm:cxn modelId="{52514862-4798-4F98-A0CA-835D077CDE09}" type="presParOf" srcId="{BD6AE7BE-FD7F-4490-97F5-7C7FE4701FBC}" destId="{2AB8141F-D532-4FBD-9350-E6C7431DD53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9084BB-EC78-4497-A40C-778812FF651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81C9F5-2861-4277-BA29-5031DF8A69B7}">
      <dgm:prSet/>
      <dgm:spPr/>
      <dgm:t>
        <a:bodyPr/>
        <a:lstStyle/>
        <a:p>
          <a:r>
            <a:rPr lang="en-US"/>
            <a:t>Step 1</a:t>
          </a:r>
        </a:p>
      </dgm:t>
    </dgm:pt>
    <dgm:pt modelId="{239BF57C-E3FF-4D2C-821C-485EE916B36D}" type="parTrans" cxnId="{5CAED320-C6E1-47CA-9EC2-002965B536CA}">
      <dgm:prSet/>
      <dgm:spPr/>
      <dgm:t>
        <a:bodyPr/>
        <a:lstStyle/>
        <a:p>
          <a:endParaRPr lang="en-US"/>
        </a:p>
      </dgm:t>
    </dgm:pt>
    <dgm:pt modelId="{BA11CB32-ED47-43F9-84FD-A966ED494F52}" type="sibTrans" cxnId="{5CAED320-C6E1-47CA-9EC2-002965B536CA}">
      <dgm:prSet/>
      <dgm:spPr/>
      <dgm:t>
        <a:bodyPr/>
        <a:lstStyle/>
        <a:p>
          <a:endParaRPr lang="en-US"/>
        </a:p>
      </dgm:t>
    </dgm:pt>
    <dgm:pt modelId="{EB95CBCA-1573-4287-8349-28611E140CC5}">
      <dgm:prSet/>
      <dgm:spPr/>
      <dgm:t>
        <a:bodyPr/>
        <a:lstStyle/>
        <a:p>
          <a:r>
            <a:rPr lang="en-US"/>
            <a:t>Check new files in HDFS</a:t>
          </a:r>
        </a:p>
      </dgm:t>
    </dgm:pt>
    <dgm:pt modelId="{8DADCBF8-D682-421F-941C-1308EDD30A92}" type="parTrans" cxnId="{C5363D14-F7AF-4C1C-B9E1-44F01F1C53E4}">
      <dgm:prSet/>
      <dgm:spPr/>
      <dgm:t>
        <a:bodyPr/>
        <a:lstStyle/>
        <a:p>
          <a:endParaRPr lang="en-US"/>
        </a:p>
      </dgm:t>
    </dgm:pt>
    <dgm:pt modelId="{284FD68E-F261-4DB5-8240-B59F24A285B1}" type="sibTrans" cxnId="{C5363D14-F7AF-4C1C-B9E1-44F01F1C53E4}">
      <dgm:prSet/>
      <dgm:spPr/>
      <dgm:t>
        <a:bodyPr/>
        <a:lstStyle/>
        <a:p>
          <a:endParaRPr lang="en-US"/>
        </a:p>
      </dgm:t>
    </dgm:pt>
    <dgm:pt modelId="{E8CDE8AE-9BC1-4544-80E5-98BAD48CA943}">
      <dgm:prSet/>
      <dgm:spPr/>
      <dgm:t>
        <a:bodyPr/>
        <a:lstStyle/>
        <a:p>
          <a:r>
            <a:rPr lang="en-US"/>
            <a:t>Step 2</a:t>
          </a:r>
        </a:p>
      </dgm:t>
    </dgm:pt>
    <dgm:pt modelId="{2A75BB00-18F3-4C39-9083-D7FFC0B4864F}" type="parTrans" cxnId="{BE2F5784-2A48-493C-A1BD-D667ED3B8964}">
      <dgm:prSet/>
      <dgm:spPr/>
      <dgm:t>
        <a:bodyPr/>
        <a:lstStyle/>
        <a:p>
          <a:endParaRPr lang="en-US"/>
        </a:p>
      </dgm:t>
    </dgm:pt>
    <dgm:pt modelId="{3FA6FC5F-3186-41FC-991E-FDDCB6AA9EEB}" type="sibTrans" cxnId="{BE2F5784-2A48-493C-A1BD-D667ED3B8964}">
      <dgm:prSet/>
      <dgm:spPr/>
      <dgm:t>
        <a:bodyPr/>
        <a:lstStyle/>
        <a:p>
          <a:endParaRPr lang="en-US"/>
        </a:p>
      </dgm:t>
    </dgm:pt>
    <dgm:pt modelId="{F32466DB-76D9-4FED-9498-36752848A128}">
      <dgm:prSet/>
      <dgm:spPr/>
      <dgm:t>
        <a:bodyPr/>
        <a:lstStyle/>
        <a:p>
          <a:r>
            <a:rPr lang="en-US"/>
            <a:t>Load data into Hive managed table</a:t>
          </a:r>
        </a:p>
      </dgm:t>
    </dgm:pt>
    <dgm:pt modelId="{08B27B0B-F766-4B94-995E-DF5564843421}" type="parTrans" cxnId="{4C93EFC3-F2BF-4126-A39C-EA0DF424AC2A}">
      <dgm:prSet/>
      <dgm:spPr/>
      <dgm:t>
        <a:bodyPr/>
        <a:lstStyle/>
        <a:p>
          <a:endParaRPr lang="en-US"/>
        </a:p>
      </dgm:t>
    </dgm:pt>
    <dgm:pt modelId="{E70A9218-3C99-4E62-B126-EED861138AA7}" type="sibTrans" cxnId="{4C93EFC3-F2BF-4126-A39C-EA0DF424AC2A}">
      <dgm:prSet/>
      <dgm:spPr/>
      <dgm:t>
        <a:bodyPr/>
        <a:lstStyle/>
        <a:p>
          <a:endParaRPr lang="en-US"/>
        </a:p>
      </dgm:t>
    </dgm:pt>
    <dgm:pt modelId="{963EE08E-4E5A-4372-8995-C981332072BC}">
      <dgm:prSet/>
      <dgm:spPr/>
      <dgm:t>
        <a:bodyPr/>
        <a:lstStyle/>
        <a:p>
          <a:r>
            <a:rPr lang="en-US"/>
            <a:t>Step 3</a:t>
          </a:r>
        </a:p>
      </dgm:t>
    </dgm:pt>
    <dgm:pt modelId="{1F079A93-F0EA-4E21-BA01-C986BD90C285}" type="parTrans" cxnId="{FBBFE5DC-0903-4BE4-94F0-DC4E14C04AF5}">
      <dgm:prSet/>
      <dgm:spPr/>
      <dgm:t>
        <a:bodyPr/>
        <a:lstStyle/>
        <a:p>
          <a:endParaRPr lang="en-US"/>
        </a:p>
      </dgm:t>
    </dgm:pt>
    <dgm:pt modelId="{FA5A4B24-9054-4CB3-A27F-5E35D8670CB6}" type="sibTrans" cxnId="{FBBFE5DC-0903-4BE4-94F0-DC4E14C04AF5}">
      <dgm:prSet/>
      <dgm:spPr/>
      <dgm:t>
        <a:bodyPr/>
        <a:lstStyle/>
        <a:p>
          <a:endParaRPr lang="en-US"/>
        </a:p>
      </dgm:t>
    </dgm:pt>
    <dgm:pt modelId="{CEDE1CA8-1831-4BEE-A895-1C14F6E8DFBC}">
      <dgm:prSet/>
      <dgm:spPr/>
      <dgm:t>
        <a:bodyPr/>
        <a:lstStyle/>
        <a:p>
          <a:r>
            <a:rPr lang="en-US"/>
            <a:t>Validate successful load</a:t>
          </a:r>
        </a:p>
      </dgm:t>
    </dgm:pt>
    <dgm:pt modelId="{E3DA1FFE-AA4E-4DB1-89BF-801BEDE62888}" type="parTrans" cxnId="{03E1E3AC-F880-4D6A-8390-8E15285D32EF}">
      <dgm:prSet/>
      <dgm:spPr/>
      <dgm:t>
        <a:bodyPr/>
        <a:lstStyle/>
        <a:p>
          <a:endParaRPr lang="en-US"/>
        </a:p>
      </dgm:t>
    </dgm:pt>
    <dgm:pt modelId="{E0C4837B-D3AE-4B52-89C8-A3CEBF2080EC}" type="sibTrans" cxnId="{03E1E3AC-F880-4D6A-8390-8E15285D32EF}">
      <dgm:prSet/>
      <dgm:spPr/>
      <dgm:t>
        <a:bodyPr/>
        <a:lstStyle/>
        <a:p>
          <a:endParaRPr lang="en-US"/>
        </a:p>
      </dgm:t>
    </dgm:pt>
    <dgm:pt modelId="{5C52087A-39D0-4FF1-847C-8C0FBFAD9AD2}">
      <dgm:prSet/>
      <dgm:spPr/>
      <dgm:t>
        <a:bodyPr/>
        <a:lstStyle/>
        <a:p>
          <a:r>
            <a:rPr lang="en-US"/>
            <a:t>Step 4</a:t>
          </a:r>
        </a:p>
      </dgm:t>
    </dgm:pt>
    <dgm:pt modelId="{666DEB77-AE7C-4B5A-AD72-8BAF97FC1B3B}" type="parTrans" cxnId="{AB7B944A-2242-4542-B621-7476BCC7EF58}">
      <dgm:prSet/>
      <dgm:spPr/>
      <dgm:t>
        <a:bodyPr/>
        <a:lstStyle/>
        <a:p>
          <a:endParaRPr lang="en-US"/>
        </a:p>
      </dgm:t>
    </dgm:pt>
    <dgm:pt modelId="{E0063AC1-5806-42D2-A867-DC0E1B687C5A}" type="sibTrans" cxnId="{AB7B944A-2242-4542-B621-7476BCC7EF58}">
      <dgm:prSet/>
      <dgm:spPr/>
      <dgm:t>
        <a:bodyPr/>
        <a:lstStyle/>
        <a:p>
          <a:endParaRPr lang="en-US"/>
        </a:p>
      </dgm:t>
    </dgm:pt>
    <dgm:pt modelId="{1CE3EEEF-1EE0-40B3-91FD-60082BC5C755}">
      <dgm:prSet/>
      <dgm:spPr/>
      <dgm:t>
        <a:bodyPr/>
        <a:lstStyle/>
        <a:p>
          <a:r>
            <a:rPr lang="en-US"/>
            <a:t>Move processed files to archive</a:t>
          </a:r>
        </a:p>
      </dgm:t>
    </dgm:pt>
    <dgm:pt modelId="{410558AF-238F-4F53-BF9F-80B3DDD2A81E}" type="parTrans" cxnId="{5CE22A2C-7C3F-4E72-810F-FBB77C722CE7}">
      <dgm:prSet/>
      <dgm:spPr/>
      <dgm:t>
        <a:bodyPr/>
        <a:lstStyle/>
        <a:p>
          <a:endParaRPr lang="en-US"/>
        </a:p>
      </dgm:t>
    </dgm:pt>
    <dgm:pt modelId="{33C078E7-B67C-462F-9A2E-FABE4E0AEB78}" type="sibTrans" cxnId="{5CE22A2C-7C3F-4E72-810F-FBB77C722CE7}">
      <dgm:prSet/>
      <dgm:spPr/>
      <dgm:t>
        <a:bodyPr/>
        <a:lstStyle/>
        <a:p>
          <a:endParaRPr lang="en-US"/>
        </a:p>
      </dgm:t>
    </dgm:pt>
    <dgm:pt modelId="{0E1D1D16-41F1-4044-A77E-E174ABE15103}">
      <dgm:prSet/>
      <dgm:spPr/>
      <dgm:t>
        <a:bodyPr/>
        <a:lstStyle/>
        <a:p>
          <a:r>
            <a:rPr lang="en-US"/>
            <a:t>Step 5</a:t>
          </a:r>
        </a:p>
      </dgm:t>
    </dgm:pt>
    <dgm:pt modelId="{FFEE8459-5D66-4255-904C-9132FAEAB29B}" type="parTrans" cxnId="{BE258649-70F2-4D18-A4A7-68C220E69417}">
      <dgm:prSet/>
      <dgm:spPr/>
      <dgm:t>
        <a:bodyPr/>
        <a:lstStyle/>
        <a:p>
          <a:endParaRPr lang="en-US"/>
        </a:p>
      </dgm:t>
    </dgm:pt>
    <dgm:pt modelId="{83CF71B9-73E7-47EE-912B-28A285E8CB1C}" type="sibTrans" cxnId="{BE258649-70F2-4D18-A4A7-68C220E69417}">
      <dgm:prSet/>
      <dgm:spPr/>
      <dgm:t>
        <a:bodyPr/>
        <a:lstStyle/>
        <a:p>
          <a:endParaRPr lang="en-US"/>
        </a:p>
      </dgm:t>
    </dgm:pt>
    <dgm:pt modelId="{1132AA2F-3878-4FDA-B589-11620322908C}">
      <dgm:prSet/>
      <dgm:spPr/>
      <dgm:t>
        <a:bodyPr/>
        <a:lstStyle/>
        <a:p>
          <a:r>
            <a:rPr lang="en-US"/>
            <a:t>Log execution status</a:t>
          </a:r>
        </a:p>
      </dgm:t>
    </dgm:pt>
    <dgm:pt modelId="{E44C81A1-2AFF-4CBD-AA1C-E57BB33B70BF}" type="parTrans" cxnId="{592CD3D5-249B-4F61-9480-1E3625AF687C}">
      <dgm:prSet/>
      <dgm:spPr/>
      <dgm:t>
        <a:bodyPr/>
        <a:lstStyle/>
        <a:p>
          <a:endParaRPr lang="en-US"/>
        </a:p>
      </dgm:t>
    </dgm:pt>
    <dgm:pt modelId="{2A4BB472-0329-406B-984F-9555250D5C1C}" type="sibTrans" cxnId="{592CD3D5-249B-4F61-9480-1E3625AF687C}">
      <dgm:prSet/>
      <dgm:spPr/>
      <dgm:t>
        <a:bodyPr/>
        <a:lstStyle/>
        <a:p>
          <a:endParaRPr lang="en-US"/>
        </a:p>
      </dgm:t>
    </dgm:pt>
    <dgm:pt modelId="{EDC522C9-6736-4690-A92F-35C7951633F8}" type="pres">
      <dgm:prSet presAssocID="{099084BB-EC78-4497-A40C-778812FF6517}" presName="Name0" presStyleCnt="0">
        <dgm:presLayoutVars>
          <dgm:dir/>
          <dgm:animLvl val="lvl"/>
          <dgm:resizeHandles val="exact"/>
        </dgm:presLayoutVars>
      </dgm:prSet>
      <dgm:spPr/>
    </dgm:pt>
    <dgm:pt modelId="{BDFFE3FE-0789-48AA-B04D-DFDB5BF60950}" type="pres">
      <dgm:prSet presAssocID="{0E1D1D16-41F1-4044-A77E-E174ABE15103}" presName="boxAndChildren" presStyleCnt="0"/>
      <dgm:spPr/>
    </dgm:pt>
    <dgm:pt modelId="{D63E1F56-91BA-4982-8549-5C3908434006}" type="pres">
      <dgm:prSet presAssocID="{0E1D1D16-41F1-4044-A77E-E174ABE15103}" presName="parentTextBox" presStyleLbl="alignNode1" presStyleIdx="0" presStyleCnt="5"/>
      <dgm:spPr/>
    </dgm:pt>
    <dgm:pt modelId="{BB907907-0E58-4114-B77C-3EB79153E078}" type="pres">
      <dgm:prSet presAssocID="{0E1D1D16-41F1-4044-A77E-E174ABE15103}" presName="descendantBox" presStyleLbl="bgAccFollowNode1" presStyleIdx="0" presStyleCnt="5"/>
      <dgm:spPr/>
    </dgm:pt>
    <dgm:pt modelId="{31CC18B5-1946-40E3-BB83-1A05326AA0A7}" type="pres">
      <dgm:prSet presAssocID="{E0063AC1-5806-42D2-A867-DC0E1B687C5A}" presName="sp" presStyleCnt="0"/>
      <dgm:spPr/>
    </dgm:pt>
    <dgm:pt modelId="{B2A84E0F-EE59-427A-9B31-47CD6AD6B028}" type="pres">
      <dgm:prSet presAssocID="{5C52087A-39D0-4FF1-847C-8C0FBFAD9AD2}" presName="arrowAndChildren" presStyleCnt="0"/>
      <dgm:spPr/>
    </dgm:pt>
    <dgm:pt modelId="{65F92E66-43D9-4220-A7ED-D17CB09EBE44}" type="pres">
      <dgm:prSet presAssocID="{5C52087A-39D0-4FF1-847C-8C0FBFAD9AD2}" presName="parentTextArrow" presStyleLbl="node1" presStyleIdx="0" presStyleCnt="0"/>
      <dgm:spPr/>
    </dgm:pt>
    <dgm:pt modelId="{765AD35D-8216-450A-BB92-1559B8B56E2F}" type="pres">
      <dgm:prSet presAssocID="{5C52087A-39D0-4FF1-847C-8C0FBFAD9AD2}" presName="arrow" presStyleLbl="alignNode1" presStyleIdx="1" presStyleCnt="5"/>
      <dgm:spPr/>
    </dgm:pt>
    <dgm:pt modelId="{29698500-3809-44A7-9BDD-6891B928D7B2}" type="pres">
      <dgm:prSet presAssocID="{5C52087A-39D0-4FF1-847C-8C0FBFAD9AD2}" presName="descendantArrow" presStyleLbl="bgAccFollowNode1" presStyleIdx="1" presStyleCnt="5"/>
      <dgm:spPr/>
    </dgm:pt>
    <dgm:pt modelId="{31E06AB4-0B30-4E48-80B1-33619C701001}" type="pres">
      <dgm:prSet presAssocID="{FA5A4B24-9054-4CB3-A27F-5E35D8670CB6}" presName="sp" presStyleCnt="0"/>
      <dgm:spPr/>
    </dgm:pt>
    <dgm:pt modelId="{B794A70F-3B40-4BAB-AD09-F85517D3B5C8}" type="pres">
      <dgm:prSet presAssocID="{963EE08E-4E5A-4372-8995-C981332072BC}" presName="arrowAndChildren" presStyleCnt="0"/>
      <dgm:spPr/>
    </dgm:pt>
    <dgm:pt modelId="{8DAC89A1-4FE0-4081-91B1-4F9AC278B024}" type="pres">
      <dgm:prSet presAssocID="{963EE08E-4E5A-4372-8995-C981332072BC}" presName="parentTextArrow" presStyleLbl="node1" presStyleIdx="0" presStyleCnt="0"/>
      <dgm:spPr/>
    </dgm:pt>
    <dgm:pt modelId="{805F0149-8E2E-4823-B76E-892AA619CDD7}" type="pres">
      <dgm:prSet presAssocID="{963EE08E-4E5A-4372-8995-C981332072BC}" presName="arrow" presStyleLbl="alignNode1" presStyleIdx="2" presStyleCnt="5"/>
      <dgm:spPr/>
    </dgm:pt>
    <dgm:pt modelId="{8241E419-229E-4E1C-98C1-64F88E344240}" type="pres">
      <dgm:prSet presAssocID="{963EE08E-4E5A-4372-8995-C981332072BC}" presName="descendantArrow" presStyleLbl="bgAccFollowNode1" presStyleIdx="2" presStyleCnt="5"/>
      <dgm:spPr/>
    </dgm:pt>
    <dgm:pt modelId="{253EDC30-E3B9-4737-9876-0E555670BD5F}" type="pres">
      <dgm:prSet presAssocID="{3FA6FC5F-3186-41FC-991E-FDDCB6AA9EEB}" presName="sp" presStyleCnt="0"/>
      <dgm:spPr/>
    </dgm:pt>
    <dgm:pt modelId="{561AC4AF-64C1-4322-BD6D-1A493C5039A2}" type="pres">
      <dgm:prSet presAssocID="{E8CDE8AE-9BC1-4544-80E5-98BAD48CA943}" presName="arrowAndChildren" presStyleCnt="0"/>
      <dgm:spPr/>
    </dgm:pt>
    <dgm:pt modelId="{B0A0EB5B-6123-4465-9705-CF9769DFECD3}" type="pres">
      <dgm:prSet presAssocID="{E8CDE8AE-9BC1-4544-80E5-98BAD48CA943}" presName="parentTextArrow" presStyleLbl="node1" presStyleIdx="0" presStyleCnt="0"/>
      <dgm:spPr/>
    </dgm:pt>
    <dgm:pt modelId="{7A700B19-2F33-43B7-A852-EA5FAEFF231D}" type="pres">
      <dgm:prSet presAssocID="{E8CDE8AE-9BC1-4544-80E5-98BAD48CA943}" presName="arrow" presStyleLbl="alignNode1" presStyleIdx="3" presStyleCnt="5"/>
      <dgm:spPr/>
    </dgm:pt>
    <dgm:pt modelId="{F128F3FD-ACFD-4D5A-8EA8-ACA66375308D}" type="pres">
      <dgm:prSet presAssocID="{E8CDE8AE-9BC1-4544-80E5-98BAD48CA943}" presName="descendantArrow" presStyleLbl="bgAccFollowNode1" presStyleIdx="3" presStyleCnt="5"/>
      <dgm:spPr/>
    </dgm:pt>
    <dgm:pt modelId="{6FA9F862-71CF-4848-8F8A-63031F1E8F2E}" type="pres">
      <dgm:prSet presAssocID="{BA11CB32-ED47-43F9-84FD-A966ED494F52}" presName="sp" presStyleCnt="0"/>
      <dgm:spPr/>
    </dgm:pt>
    <dgm:pt modelId="{FA88608E-50B5-455A-A987-096D15D10A0B}" type="pres">
      <dgm:prSet presAssocID="{6B81C9F5-2861-4277-BA29-5031DF8A69B7}" presName="arrowAndChildren" presStyleCnt="0"/>
      <dgm:spPr/>
    </dgm:pt>
    <dgm:pt modelId="{25EF1C8B-A0FA-4B71-B1A4-9E23FF06B4A5}" type="pres">
      <dgm:prSet presAssocID="{6B81C9F5-2861-4277-BA29-5031DF8A69B7}" presName="parentTextArrow" presStyleLbl="node1" presStyleIdx="0" presStyleCnt="0"/>
      <dgm:spPr/>
    </dgm:pt>
    <dgm:pt modelId="{97187C70-2FEC-4E3B-BE4D-F3CB4BB712FE}" type="pres">
      <dgm:prSet presAssocID="{6B81C9F5-2861-4277-BA29-5031DF8A69B7}" presName="arrow" presStyleLbl="alignNode1" presStyleIdx="4" presStyleCnt="5"/>
      <dgm:spPr/>
    </dgm:pt>
    <dgm:pt modelId="{9F28C72C-715E-49CB-B57E-C4A077125FF0}" type="pres">
      <dgm:prSet presAssocID="{6B81C9F5-2861-4277-BA29-5031DF8A69B7}" presName="descendantArrow" presStyleLbl="bgAccFollowNode1" presStyleIdx="4" presStyleCnt="5"/>
      <dgm:spPr/>
    </dgm:pt>
  </dgm:ptLst>
  <dgm:cxnLst>
    <dgm:cxn modelId="{C5363D14-F7AF-4C1C-B9E1-44F01F1C53E4}" srcId="{6B81C9F5-2861-4277-BA29-5031DF8A69B7}" destId="{EB95CBCA-1573-4287-8349-28611E140CC5}" srcOrd="0" destOrd="0" parTransId="{8DADCBF8-D682-421F-941C-1308EDD30A92}" sibTransId="{284FD68E-F261-4DB5-8240-B59F24A285B1}"/>
    <dgm:cxn modelId="{911B031B-BCB8-47D9-8C12-F06836B09381}" type="presOf" srcId="{5C52087A-39D0-4FF1-847C-8C0FBFAD9AD2}" destId="{65F92E66-43D9-4220-A7ED-D17CB09EBE44}" srcOrd="0" destOrd="0" presId="urn:microsoft.com/office/officeart/2016/7/layout/VerticalDownArrowProcess"/>
    <dgm:cxn modelId="{CCA5781F-55C2-455A-9199-058943789655}" type="presOf" srcId="{963EE08E-4E5A-4372-8995-C981332072BC}" destId="{805F0149-8E2E-4823-B76E-892AA619CDD7}" srcOrd="1" destOrd="0" presId="urn:microsoft.com/office/officeart/2016/7/layout/VerticalDownArrowProcess"/>
    <dgm:cxn modelId="{5CAED320-C6E1-47CA-9EC2-002965B536CA}" srcId="{099084BB-EC78-4497-A40C-778812FF6517}" destId="{6B81C9F5-2861-4277-BA29-5031DF8A69B7}" srcOrd="0" destOrd="0" parTransId="{239BF57C-E3FF-4D2C-821C-485EE916B36D}" sibTransId="{BA11CB32-ED47-43F9-84FD-A966ED494F52}"/>
    <dgm:cxn modelId="{5CE22A2C-7C3F-4E72-810F-FBB77C722CE7}" srcId="{5C52087A-39D0-4FF1-847C-8C0FBFAD9AD2}" destId="{1CE3EEEF-1EE0-40B3-91FD-60082BC5C755}" srcOrd="0" destOrd="0" parTransId="{410558AF-238F-4F53-BF9F-80B3DDD2A81E}" sibTransId="{33C078E7-B67C-462F-9A2E-FABE4E0AEB78}"/>
    <dgm:cxn modelId="{9EF6072D-67B9-46D4-8CBE-3449007FB437}" type="presOf" srcId="{1132AA2F-3878-4FDA-B589-11620322908C}" destId="{BB907907-0E58-4114-B77C-3EB79153E078}" srcOrd="0" destOrd="0" presId="urn:microsoft.com/office/officeart/2016/7/layout/VerticalDownArrowProcess"/>
    <dgm:cxn modelId="{5FC8A331-AF2E-44DC-B9C4-8F670070F3CA}" type="presOf" srcId="{963EE08E-4E5A-4372-8995-C981332072BC}" destId="{8DAC89A1-4FE0-4081-91B1-4F9AC278B024}" srcOrd="0" destOrd="0" presId="urn:microsoft.com/office/officeart/2016/7/layout/VerticalDownArrowProcess"/>
    <dgm:cxn modelId="{B1077435-E187-49EC-8F28-269778707822}" type="presOf" srcId="{099084BB-EC78-4497-A40C-778812FF6517}" destId="{EDC522C9-6736-4690-A92F-35C7951633F8}" srcOrd="0" destOrd="0" presId="urn:microsoft.com/office/officeart/2016/7/layout/VerticalDownArrowProcess"/>
    <dgm:cxn modelId="{6E0F3146-D665-48BE-8F96-46D64D4B37D2}" type="presOf" srcId="{CEDE1CA8-1831-4BEE-A895-1C14F6E8DFBC}" destId="{8241E419-229E-4E1C-98C1-64F88E344240}" srcOrd="0" destOrd="0" presId="urn:microsoft.com/office/officeart/2016/7/layout/VerticalDownArrowProcess"/>
    <dgm:cxn modelId="{BE258649-70F2-4D18-A4A7-68C220E69417}" srcId="{099084BB-EC78-4497-A40C-778812FF6517}" destId="{0E1D1D16-41F1-4044-A77E-E174ABE15103}" srcOrd="4" destOrd="0" parTransId="{FFEE8459-5D66-4255-904C-9132FAEAB29B}" sibTransId="{83CF71B9-73E7-47EE-912B-28A285E8CB1C}"/>
    <dgm:cxn modelId="{AB7B944A-2242-4542-B621-7476BCC7EF58}" srcId="{099084BB-EC78-4497-A40C-778812FF6517}" destId="{5C52087A-39D0-4FF1-847C-8C0FBFAD9AD2}" srcOrd="3" destOrd="0" parTransId="{666DEB77-AE7C-4B5A-AD72-8BAF97FC1B3B}" sibTransId="{E0063AC1-5806-42D2-A867-DC0E1B687C5A}"/>
    <dgm:cxn modelId="{75A89B80-7070-4889-89D6-652C7F3D7CCC}" type="presOf" srcId="{0E1D1D16-41F1-4044-A77E-E174ABE15103}" destId="{D63E1F56-91BA-4982-8549-5C3908434006}" srcOrd="0" destOrd="0" presId="urn:microsoft.com/office/officeart/2016/7/layout/VerticalDownArrowProcess"/>
    <dgm:cxn modelId="{E0F24782-1CB1-41FA-B4C1-66995A3DD51E}" type="presOf" srcId="{E8CDE8AE-9BC1-4544-80E5-98BAD48CA943}" destId="{B0A0EB5B-6123-4465-9705-CF9769DFECD3}" srcOrd="0" destOrd="0" presId="urn:microsoft.com/office/officeart/2016/7/layout/VerticalDownArrowProcess"/>
    <dgm:cxn modelId="{BE2F5784-2A48-493C-A1BD-D667ED3B8964}" srcId="{099084BB-EC78-4497-A40C-778812FF6517}" destId="{E8CDE8AE-9BC1-4544-80E5-98BAD48CA943}" srcOrd="1" destOrd="0" parTransId="{2A75BB00-18F3-4C39-9083-D7FFC0B4864F}" sibTransId="{3FA6FC5F-3186-41FC-991E-FDDCB6AA9EEB}"/>
    <dgm:cxn modelId="{B90AD88D-BF16-4EDA-BDB2-1A362637896F}" type="presOf" srcId="{1CE3EEEF-1EE0-40B3-91FD-60082BC5C755}" destId="{29698500-3809-44A7-9BDD-6891B928D7B2}" srcOrd="0" destOrd="0" presId="urn:microsoft.com/office/officeart/2016/7/layout/VerticalDownArrowProcess"/>
    <dgm:cxn modelId="{68D81C9D-B9B9-4707-B494-23B481875AC9}" type="presOf" srcId="{5C52087A-39D0-4FF1-847C-8C0FBFAD9AD2}" destId="{765AD35D-8216-450A-BB92-1559B8B56E2F}" srcOrd="1" destOrd="0" presId="urn:microsoft.com/office/officeart/2016/7/layout/VerticalDownArrowProcess"/>
    <dgm:cxn modelId="{03E1E3AC-F880-4D6A-8390-8E15285D32EF}" srcId="{963EE08E-4E5A-4372-8995-C981332072BC}" destId="{CEDE1CA8-1831-4BEE-A895-1C14F6E8DFBC}" srcOrd="0" destOrd="0" parTransId="{E3DA1FFE-AA4E-4DB1-89BF-801BEDE62888}" sibTransId="{E0C4837B-D3AE-4B52-89C8-A3CEBF2080EC}"/>
    <dgm:cxn modelId="{893453AE-D0F5-4B05-B961-7A8C3B4CBDE5}" type="presOf" srcId="{E8CDE8AE-9BC1-4544-80E5-98BAD48CA943}" destId="{7A700B19-2F33-43B7-A852-EA5FAEFF231D}" srcOrd="1" destOrd="0" presId="urn:microsoft.com/office/officeart/2016/7/layout/VerticalDownArrowProcess"/>
    <dgm:cxn modelId="{9F41B5BF-6B75-4975-A8B9-826C5B038FC0}" type="presOf" srcId="{6B81C9F5-2861-4277-BA29-5031DF8A69B7}" destId="{97187C70-2FEC-4E3B-BE4D-F3CB4BB712FE}" srcOrd="1" destOrd="0" presId="urn:microsoft.com/office/officeart/2016/7/layout/VerticalDownArrowProcess"/>
    <dgm:cxn modelId="{4C93EFC3-F2BF-4126-A39C-EA0DF424AC2A}" srcId="{E8CDE8AE-9BC1-4544-80E5-98BAD48CA943}" destId="{F32466DB-76D9-4FED-9498-36752848A128}" srcOrd="0" destOrd="0" parTransId="{08B27B0B-F766-4B94-995E-DF5564843421}" sibTransId="{E70A9218-3C99-4E62-B126-EED861138AA7}"/>
    <dgm:cxn modelId="{231DFCC7-A361-47C4-B3FE-558B8EB10B7C}" type="presOf" srcId="{F32466DB-76D9-4FED-9498-36752848A128}" destId="{F128F3FD-ACFD-4D5A-8EA8-ACA66375308D}" srcOrd="0" destOrd="0" presId="urn:microsoft.com/office/officeart/2016/7/layout/VerticalDownArrowProcess"/>
    <dgm:cxn modelId="{592CD3D5-249B-4F61-9480-1E3625AF687C}" srcId="{0E1D1D16-41F1-4044-A77E-E174ABE15103}" destId="{1132AA2F-3878-4FDA-B589-11620322908C}" srcOrd="0" destOrd="0" parTransId="{E44C81A1-2AFF-4CBD-AA1C-E57BB33B70BF}" sibTransId="{2A4BB472-0329-406B-984F-9555250D5C1C}"/>
    <dgm:cxn modelId="{712D42DC-D5A5-41AF-8206-9054CDA12E35}" type="presOf" srcId="{EB95CBCA-1573-4287-8349-28611E140CC5}" destId="{9F28C72C-715E-49CB-B57E-C4A077125FF0}" srcOrd="0" destOrd="0" presId="urn:microsoft.com/office/officeart/2016/7/layout/VerticalDownArrowProcess"/>
    <dgm:cxn modelId="{FBBFE5DC-0903-4BE4-94F0-DC4E14C04AF5}" srcId="{099084BB-EC78-4497-A40C-778812FF6517}" destId="{963EE08E-4E5A-4372-8995-C981332072BC}" srcOrd="2" destOrd="0" parTransId="{1F079A93-F0EA-4E21-BA01-C986BD90C285}" sibTransId="{FA5A4B24-9054-4CB3-A27F-5E35D8670CB6}"/>
    <dgm:cxn modelId="{F5E398DD-0B29-492C-A815-B931BA2A7DCA}" type="presOf" srcId="{6B81C9F5-2861-4277-BA29-5031DF8A69B7}" destId="{25EF1C8B-A0FA-4B71-B1A4-9E23FF06B4A5}" srcOrd="0" destOrd="0" presId="urn:microsoft.com/office/officeart/2016/7/layout/VerticalDownArrowProcess"/>
    <dgm:cxn modelId="{E5F878E0-C856-4470-934E-50BE0A9DABED}" type="presParOf" srcId="{EDC522C9-6736-4690-A92F-35C7951633F8}" destId="{BDFFE3FE-0789-48AA-B04D-DFDB5BF60950}" srcOrd="0" destOrd="0" presId="urn:microsoft.com/office/officeart/2016/7/layout/VerticalDownArrowProcess"/>
    <dgm:cxn modelId="{1E868601-36BA-47BA-B66C-AD649E2A4C5D}" type="presParOf" srcId="{BDFFE3FE-0789-48AA-B04D-DFDB5BF60950}" destId="{D63E1F56-91BA-4982-8549-5C3908434006}" srcOrd="0" destOrd="0" presId="urn:microsoft.com/office/officeart/2016/7/layout/VerticalDownArrowProcess"/>
    <dgm:cxn modelId="{1292D48C-BEE6-4B44-9610-D4EF4809C7B3}" type="presParOf" srcId="{BDFFE3FE-0789-48AA-B04D-DFDB5BF60950}" destId="{BB907907-0E58-4114-B77C-3EB79153E078}" srcOrd="1" destOrd="0" presId="urn:microsoft.com/office/officeart/2016/7/layout/VerticalDownArrowProcess"/>
    <dgm:cxn modelId="{CBA57397-6F32-4940-A389-AE668DA65694}" type="presParOf" srcId="{EDC522C9-6736-4690-A92F-35C7951633F8}" destId="{31CC18B5-1946-40E3-BB83-1A05326AA0A7}" srcOrd="1" destOrd="0" presId="urn:microsoft.com/office/officeart/2016/7/layout/VerticalDownArrowProcess"/>
    <dgm:cxn modelId="{0406D91C-A399-415E-852A-0637AA596731}" type="presParOf" srcId="{EDC522C9-6736-4690-A92F-35C7951633F8}" destId="{B2A84E0F-EE59-427A-9B31-47CD6AD6B028}" srcOrd="2" destOrd="0" presId="urn:microsoft.com/office/officeart/2016/7/layout/VerticalDownArrowProcess"/>
    <dgm:cxn modelId="{47BD2E78-368B-4305-8C67-8E8042DF318D}" type="presParOf" srcId="{B2A84E0F-EE59-427A-9B31-47CD6AD6B028}" destId="{65F92E66-43D9-4220-A7ED-D17CB09EBE44}" srcOrd="0" destOrd="0" presId="urn:microsoft.com/office/officeart/2016/7/layout/VerticalDownArrowProcess"/>
    <dgm:cxn modelId="{FBC3946F-3925-42AA-9CA3-386AA097CB6E}" type="presParOf" srcId="{B2A84E0F-EE59-427A-9B31-47CD6AD6B028}" destId="{765AD35D-8216-450A-BB92-1559B8B56E2F}" srcOrd="1" destOrd="0" presId="urn:microsoft.com/office/officeart/2016/7/layout/VerticalDownArrowProcess"/>
    <dgm:cxn modelId="{74D84AA1-0956-4650-914D-53F576363100}" type="presParOf" srcId="{B2A84E0F-EE59-427A-9B31-47CD6AD6B028}" destId="{29698500-3809-44A7-9BDD-6891B928D7B2}" srcOrd="2" destOrd="0" presId="urn:microsoft.com/office/officeart/2016/7/layout/VerticalDownArrowProcess"/>
    <dgm:cxn modelId="{6016BF64-AD44-4E97-B5DC-6CB96991BBE2}" type="presParOf" srcId="{EDC522C9-6736-4690-A92F-35C7951633F8}" destId="{31E06AB4-0B30-4E48-80B1-33619C701001}" srcOrd="3" destOrd="0" presId="urn:microsoft.com/office/officeart/2016/7/layout/VerticalDownArrowProcess"/>
    <dgm:cxn modelId="{37C7E6B8-5C67-4C22-8698-990D0BABDA93}" type="presParOf" srcId="{EDC522C9-6736-4690-A92F-35C7951633F8}" destId="{B794A70F-3B40-4BAB-AD09-F85517D3B5C8}" srcOrd="4" destOrd="0" presId="urn:microsoft.com/office/officeart/2016/7/layout/VerticalDownArrowProcess"/>
    <dgm:cxn modelId="{AC742E81-0A3B-4228-A41A-4D8774ACBFB2}" type="presParOf" srcId="{B794A70F-3B40-4BAB-AD09-F85517D3B5C8}" destId="{8DAC89A1-4FE0-4081-91B1-4F9AC278B024}" srcOrd="0" destOrd="0" presId="urn:microsoft.com/office/officeart/2016/7/layout/VerticalDownArrowProcess"/>
    <dgm:cxn modelId="{548EBEEA-B927-48A3-8CB8-3702FA7E84F3}" type="presParOf" srcId="{B794A70F-3B40-4BAB-AD09-F85517D3B5C8}" destId="{805F0149-8E2E-4823-B76E-892AA619CDD7}" srcOrd="1" destOrd="0" presId="urn:microsoft.com/office/officeart/2016/7/layout/VerticalDownArrowProcess"/>
    <dgm:cxn modelId="{9D8BB70A-C44B-402B-9CD4-5184E7E290BC}" type="presParOf" srcId="{B794A70F-3B40-4BAB-AD09-F85517D3B5C8}" destId="{8241E419-229E-4E1C-98C1-64F88E344240}" srcOrd="2" destOrd="0" presId="urn:microsoft.com/office/officeart/2016/7/layout/VerticalDownArrowProcess"/>
    <dgm:cxn modelId="{FEA6B531-E1AC-49EF-BC33-55C0F581F64D}" type="presParOf" srcId="{EDC522C9-6736-4690-A92F-35C7951633F8}" destId="{253EDC30-E3B9-4737-9876-0E555670BD5F}" srcOrd="5" destOrd="0" presId="urn:microsoft.com/office/officeart/2016/7/layout/VerticalDownArrowProcess"/>
    <dgm:cxn modelId="{D431BDEC-9A50-4202-BFE0-F1AD3F3B1B2F}" type="presParOf" srcId="{EDC522C9-6736-4690-A92F-35C7951633F8}" destId="{561AC4AF-64C1-4322-BD6D-1A493C5039A2}" srcOrd="6" destOrd="0" presId="urn:microsoft.com/office/officeart/2016/7/layout/VerticalDownArrowProcess"/>
    <dgm:cxn modelId="{2406421E-0410-4137-BCC4-BFC502B1B9BD}" type="presParOf" srcId="{561AC4AF-64C1-4322-BD6D-1A493C5039A2}" destId="{B0A0EB5B-6123-4465-9705-CF9769DFECD3}" srcOrd="0" destOrd="0" presId="urn:microsoft.com/office/officeart/2016/7/layout/VerticalDownArrowProcess"/>
    <dgm:cxn modelId="{552BCAEB-78EB-4E4D-9541-5016E39B5034}" type="presParOf" srcId="{561AC4AF-64C1-4322-BD6D-1A493C5039A2}" destId="{7A700B19-2F33-43B7-A852-EA5FAEFF231D}" srcOrd="1" destOrd="0" presId="urn:microsoft.com/office/officeart/2016/7/layout/VerticalDownArrowProcess"/>
    <dgm:cxn modelId="{962D5B8D-CA5F-4F37-89A7-3554F87A4104}" type="presParOf" srcId="{561AC4AF-64C1-4322-BD6D-1A493C5039A2}" destId="{F128F3FD-ACFD-4D5A-8EA8-ACA66375308D}" srcOrd="2" destOrd="0" presId="urn:microsoft.com/office/officeart/2016/7/layout/VerticalDownArrowProcess"/>
    <dgm:cxn modelId="{5297E3D8-EB56-4B76-A806-C9DBD8397938}" type="presParOf" srcId="{EDC522C9-6736-4690-A92F-35C7951633F8}" destId="{6FA9F862-71CF-4848-8F8A-63031F1E8F2E}" srcOrd="7" destOrd="0" presId="urn:microsoft.com/office/officeart/2016/7/layout/VerticalDownArrowProcess"/>
    <dgm:cxn modelId="{70F6526C-0AAB-42AD-9B6D-C45EFBFD1FDF}" type="presParOf" srcId="{EDC522C9-6736-4690-A92F-35C7951633F8}" destId="{FA88608E-50B5-455A-A987-096D15D10A0B}" srcOrd="8" destOrd="0" presId="urn:microsoft.com/office/officeart/2016/7/layout/VerticalDownArrowProcess"/>
    <dgm:cxn modelId="{008633AF-A979-44D6-BB9C-57EE25743633}" type="presParOf" srcId="{FA88608E-50B5-455A-A987-096D15D10A0B}" destId="{25EF1C8B-A0FA-4B71-B1A4-9E23FF06B4A5}" srcOrd="0" destOrd="0" presId="urn:microsoft.com/office/officeart/2016/7/layout/VerticalDownArrowProcess"/>
    <dgm:cxn modelId="{0D4CE815-26E1-45DA-B804-B6B8D56CC256}" type="presParOf" srcId="{FA88608E-50B5-455A-A987-096D15D10A0B}" destId="{97187C70-2FEC-4E3B-BE4D-F3CB4BB712FE}" srcOrd="1" destOrd="0" presId="urn:microsoft.com/office/officeart/2016/7/layout/VerticalDownArrowProcess"/>
    <dgm:cxn modelId="{DBFEA48A-558B-416B-A769-977F33BEED91}" type="presParOf" srcId="{FA88608E-50B5-455A-A987-096D15D10A0B}" destId="{9F28C72C-715E-49CB-B57E-C4A077125FF0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EA35F5D-6F32-4880-B1B2-1DE5813FB14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B8613C-BC88-4140-B42E-DF28FC38121E}">
      <dgm:prSet/>
      <dgm:spPr/>
      <dgm:t>
        <a:bodyPr/>
        <a:lstStyle/>
        <a:p>
          <a:r>
            <a:rPr lang="en-US"/>
            <a:t>• Automation of manual processes</a:t>
          </a:r>
        </a:p>
      </dgm:t>
    </dgm:pt>
    <dgm:pt modelId="{CE452210-5268-4A7F-8975-A37A6E833DF5}" type="parTrans" cxnId="{1942DD05-6706-4580-BB65-AA6BDC0789C8}">
      <dgm:prSet/>
      <dgm:spPr/>
      <dgm:t>
        <a:bodyPr/>
        <a:lstStyle/>
        <a:p>
          <a:endParaRPr lang="en-US"/>
        </a:p>
      </dgm:t>
    </dgm:pt>
    <dgm:pt modelId="{78A33DC7-873B-41CC-BE6C-783947B3C92B}" type="sibTrans" cxnId="{1942DD05-6706-4580-BB65-AA6BDC0789C8}">
      <dgm:prSet/>
      <dgm:spPr/>
      <dgm:t>
        <a:bodyPr/>
        <a:lstStyle/>
        <a:p>
          <a:endParaRPr lang="en-US"/>
        </a:p>
      </dgm:t>
    </dgm:pt>
    <dgm:pt modelId="{31553839-07ED-40ED-A684-535EB975755D}">
      <dgm:prSet/>
      <dgm:spPr/>
      <dgm:t>
        <a:bodyPr/>
        <a:lstStyle/>
        <a:p>
          <a:r>
            <a:rPr lang="en-US"/>
            <a:t>• Dependency management between tasks</a:t>
          </a:r>
        </a:p>
      </dgm:t>
    </dgm:pt>
    <dgm:pt modelId="{1DA7270B-9F2B-4528-B2B4-FAAE893C77BC}" type="parTrans" cxnId="{25A51065-716E-4DE3-AB48-04E37273D857}">
      <dgm:prSet/>
      <dgm:spPr/>
      <dgm:t>
        <a:bodyPr/>
        <a:lstStyle/>
        <a:p>
          <a:endParaRPr lang="en-US"/>
        </a:p>
      </dgm:t>
    </dgm:pt>
    <dgm:pt modelId="{693F578A-3470-44D1-A058-E29C6E1279DD}" type="sibTrans" cxnId="{25A51065-716E-4DE3-AB48-04E37273D857}">
      <dgm:prSet/>
      <dgm:spPr/>
      <dgm:t>
        <a:bodyPr/>
        <a:lstStyle/>
        <a:p>
          <a:endParaRPr lang="en-US"/>
        </a:p>
      </dgm:t>
    </dgm:pt>
    <dgm:pt modelId="{4FBF4FA2-8465-4446-AB8B-04B5C504A16C}">
      <dgm:prSet/>
      <dgm:spPr/>
      <dgm:t>
        <a:bodyPr/>
        <a:lstStyle/>
        <a:p>
          <a:r>
            <a:rPr lang="en-US"/>
            <a:t>• Monitoring &amp; logging</a:t>
          </a:r>
        </a:p>
      </dgm:t>
    </dgm:pt>
    <dgm:pt modelId="{46E7FC46-3CD0-43B1-87E8-B3AD15DED8E2}" type="parTrans" cxnId="{E0209F17-0C50-4D4A-9FFF-708686E85174}">
      <dgm:prSet/>
      <dgm:spPr/>
      <dgm:t>
        <a:bodyPr/>
        <a:lstStyle/>
        <a:p>
          <a:endParaRPr lang="en-US"/>
        </a:p>
      </dgm:t>
    </dgm:pt>
    <dgm:pt modelId="{4782C956-B197-4E7B-9B32-FC57CC8A3E9C}" type="sibTrans" cxnId="{E0209F17-0C50-4D4A-9FFF-708686E85174}">
      <dgm:prSet/>
      <dgm:spPr/>
      <dgm:t>
        <a:bodyPr/>
        <a:lstStyle/>
        <a:p>
          <a:endParaRPr lang="en-US"/>
        </a:p>
      </dgm:t>
    </dgm:pt>
    <dgm:pt modelId="{4FC613D2-1DE9-4D6C-8AFF-368A39C8CA2A}">
      <dgm:prSet/>
      <dgm:spPr/>
      <dgm:t>
        <a:bodyPr/>
        <a:lstStyle/>
        <a:p>
          <a:r>
            <a:rPr lang="en-US"/>
            <a:t>• Retry mechanism on failure</a:t>
          </a:r>
        </a:p>
      </dgm:t>
    </dgm:pt>
    <dgm:pt modelId="{BF970211-16AF-47E3-999F-7AF2ADF8D44A}" type="parTrans" cxnId="{173C1975-B4EA-4A0C-B152-501643E6AF1C}">
      <dgm:prSet/>
      <dgm:spPr/>
      <dgm:t>
        <a:bodyPr/>
        <a:lstStyle/>
        <a:p>
          <a:endParaRPr lang="en-US"/>
        </a:p>
      </dgm:t>
    </dgm:pt>
    <dgm:pt modelId="{87974ADD-0E02-4528-957F-67088D817FAA}" type="sibTrans" cxnId="{173C1975-B4EA-4A0C-B152-501643E6AF1C}">
      <dgm:prSet/>
      <dgm:spPr/>
      <dgm:t>
        <a:bodyPr/>
        <a:lstStyle/>
        <a:p>
          <a:endParaRPr lang="en-US"/>
        </a:p>
      </dgm:t>
    </dgm:pt>
    <dgm:pt modelId="{85A74B53-F483-4E35-903A-9D3F084A9FB3}">
      <dgm:prSet/>
      <dgm:spPr/>
      <dgm:t>
        <a:bodyPr/>
        <a:lstStyle/>
        <a:p>
          <a:r>
            <a:rPr lang="en-US"/>
            <a:t>• Scalable and production-ready orchestration</a:t>
          </a:r>
        </a:p>
      </dgm:t>
    </dgm:pt>
    <dgm:pt modelId="{A63FD0A0-70A6-4EAA-9956-4FB1B82F3D27}" type="parTrans" cxnId="{CAF292D9-2E63-4E5C-99F0-DCD81FB83AB2}">
      <dgm:prSet/>
      <dgm:spPr/>
      <dgm:t>
        <a:bodyPr/>
        <a:lstStyle/>
        <a:p>
          <a:endParaRPr lang="en-US"/>
        </a:p>
      </dgm:t>
    </dgm:pt>
    <dgm:pt modelId="{388196DE-AD0D-4A1D-B928-B34F3514CE68}" type="sibTrans" cxnId="{CAF292D9-2E63-4E5C-99F0-DCD81FB83AB2}">
      <dgm:prSet/>
      <dgm:spPr/>
      <dgm:t>
        <a:bodyPr/>
        <a:lstStyle/>
        <a:p>
          <a:endParaRPr lang="en-US"/>
        </a:p>
      </dgm:t>
    </dgm:pt>
    <dgm:pt modelId="{71D3DB0E-80AB-4182-8C43-A2825E71CF66}" type="pres">
      <dgm:prSet presAssocID="{7EA35F5D-6F32-4880-B1B2-1DE5813FB146}" presName="diagram" presStyleCnt="0">
        <dgm:presLayoutVars>
          <dgm:dir/>
          <dgm:resizeHandles val="exact"/>
        </dgm:presLayoutVars>
      </dgm:prSet>
      <dgm:spPr/>
    </dgm:pt>
    <dgm:pt modelId="{BAF1CADE-560C-4A9E-96D8-34749E9B990D}" type="pres">
      <dgm:prSet presAssocID="{B3B8613C-BC88-4140-B42E-DF28FC38121E}" presName="node" presStyleLbl="node1" presStyleIdx="0" presStyleCnt="5">
        <dgm:presLayoutVars>
          <dgm:bulletEnabled val="1"/>
        </dgm:presLayoutVars>
      </dgm:prSet>
      <dgm:spPr/>
    </dgm:pt>
    <dgm:pt modelId="{81EE97CA-2E04-4BBB-A7A1-EEFEBCBC5A4F}" type="pres">
      <dgm:prSet presAssocID="{78A33DC7-873B-41CC-BE6C-783947B3C92B}" presName="sibTrans" presStyleCnt="0"/>
      <dgm:spPr/>
    </dgm:pt>
    <dgm:pt modelId="{FF848073-D953-4842-9388-FB70894A0B9F}" type="pres">
      <dgm:prSet presAssocID="{31553839-07ED-40ED-A684-535EB975755D}" presName="node" presStyleLbl="node1" presStyleIdx="1" presStyleCnt="5">
        <dgm:presLayoutVars>
          <dgm:bulletEnabled val="1"/>
        </dgm:presLayoutVars>
      </dgm:prSet>
      <dgm:spPr/>
    </dgm:pt>
    <dgm:pt modelId="{0D67DDB7-2FAC-43AD-BEBC-C952D74E32DF}" type="pres">
      <dgm:prSet presAssocID="{693F578A-3470-44D1-A058-E29C6E1279DD}" presName="sibTrans" presStyleCnt="0"/>
      <dgm:spPr/>
    </dgm:pt>
    <dgm:pt modelId="{21D6E6F2-4824-4CC7-B018-E104F1DDE5B4}" type="pres">
      <dgm:prSet presAssocID="{4FBF4FA2-8465-4446-AB8B-04B5C504A16C}" presName="node" presStyleLbl="node1" presStyleIdx="2" presStyleCnt="5">
        <dgm:presLayoutVars>
          <dgm:bulletEnabled val="1"/>
        </dgm:presLayoutVars>
      </dgm:prSet>
      <dgm:spPr/>
    </dgm:pt>
    <dgm:pt modelId="{16A7F1DB-B251-4FC1-A363-4E51D3E839C0}" type="pres">
      <dgm:prSet presAssocID="{4782C956-B197-4E7B-9B32-FC57CC8A3E9C}" presName="sibTrans" presStyleCnt="0"/>
      <dgm:spPr/>
    </dgm:pt>
    <dgm:pt modelId="{FDD18C2F-516E-4939-B67D-7C8E8882DAF1}" type="pres">
      <dgm:prSet presAssocID="{4FC613D2-1DE9-4D6C-8AFF-368A39C8CA2A}" presName="node" presStyleLbl="node1" presStyleIdx="3" presStyleCnt="5">
        <dgm:presLayoutVars>
          <dgm:bulletEnabled val="1"/>
        </dgm:presLayoutVars>
      </dgm:prSet>
      <dgm:spPr/>
    </dgm:pt>
    <dgm:pt modelId="{0C6617B1-D65B-442A-9FA0-8F5F1E3079DB}" type="pres">
      <dgm:prSet presAssocID="{87974ADD-0E02-4528-957F-67088D817FAA}" presName="sibTrans" presStyleCnt="0"/>
      <dgm:spPr/>
    </dgm:pt>
    <dgm:pt modelId="{1010A199-356C-417E-AE92-50481E9CBC37}" type="pres">
      <dgm:prSet presAssocID="{85A74B53-F483-4E35-903A-9D3F084A9FB3}" presName="node" presStyleLbl="node1" presStyleIdx="4" presStyleCnt="5">
        <dgm:presLayoutVars>
          <dgm:bulletEnabled val="1"/>
        </dgm:presLayoutVars>
      </dgm:prSet>
      <dgm:spPr/>
    </dgm:pt>
  </dgm:ptLst>
  <dgm:cxnLst>
    <dgm:cxn modelId="{1942DD05-6706-4580-BB65-AA6BDC0789C8}" srcId="{7EA35F5D-6F32-4880-B1B2-1DE5813FB146}" destId="{B3B8613C-BC88-4140-B42E-DF28FC38121E}" srcOrd="0" destOrd="0" parTransId="{CE452210-5268-4A7F-8975-A37A6E833DF5}" sibTransId="{78A33DC7-873B-41CC-BE6C-783947B3C92B}"/>
    <dgm:cxn modelId="{E0209F17-0C50-4D4A-9FFF-708686E85174}" srcId="{7EA35F5D-6F32-4880-B1B2-1DE5813FB146}" destId="{4FBF4FA2-8465-4446-AB8B-04B5C504A16C}" srcOrd="2" destOrd="0" parTransId="{46E7FC46-3CD0-43B1-87E8-B3AD15DED8E2}" sibTransId="{4782C956-B197-4E7B-9B32-FC57CC8A3E9C}"/>
    <dgm:cxn modelId="{1242E719-FED4-4712-A4BA-D8BB7651516A}" type="presOf" srcId="{B3B8613C-BC88-4140-B42E-DF28FC38121E}" destId="{BAF1CADE-560C-4A9E-96D8-34749E9B990D}" srcOrd="0" destOrd="0" presId="urn:microsoft.com/office/officeart/2005/8/layout/default"/>
    <dgm:cxn modelId="{19A9211A-D282-49F2-9DEB-A9E464A45B74}" type="presOf" srcId="{7EA35F5D-6F32-4880-B1B2-1DE5813FB146}" destId="{71D3DB0E-80AB-4182-8C43-A2825E71CF66}" srcOrd="0" destOrd="0" presId="urn:microsoft.com/office/officeart/2005/8/layout/default"/>
    <dgm:cxn modelId="{67A89E3F-8B90-43B7-AF76-2DA7748B074C}" type="presOf" srcId="{31553839-07ED-40ED-A684-535EB975755D}" destId="{FF848073-D953-4842-9388-FB70894A0B9F}" srcOrd="0" destOrd="0" presId="urn:microsoft.com/office/officeart/2005/8/layout/default"/>
    <dgm:cxn modelId="{A795BC5C-3656-4F01-B5E2-B45313FED27E}" type="presOf" srcId="{85A74B53-F483-4E35-903A-9D3F084A9FB3}" destId="{1010A199-356C-417E-AE92-50481E9CBC37}" srcOrd="0" destOrd="0" presId="urn:microsoft.com/office/officeart/2005/8/layout/default"/>
    <dgm:cxn modelId="{25A51065-716E-4DE3-AB48-04E37273D857}" srcId="{7EA35F5D-6F32-4880-B1B2-1DE5813FB146}" destId="{31553839-07ED-40ED-A684-535EB975755D}" srcOrd="1" destOrd="0" parTransId="{1DA7270B-9F2B-4528-B2B4-FAAE893C77BC}" sibTransId="{693F578A-3470-44D1-A058-E29C6E1279DD}"/>
    <dgm:cxn modelId="{173C1975-B4EA-4A0C-B152-501643E6AF1C}" srcId="{7EA35F5D-6F32-4880-B1B2-1DE5813FB146}" destId="{4FC613D2-1DE9-4D6C-8AFF-368A39C8CA2A}" srcOrd="3" destOrd="0" parTransId="{BF970211-16AF-47E3-999F-7AF2ADF8D44A}" sibTransId="{87974ADD-0E02-4528-957F-67088D817FAA}"/>
    <dgm:cxn modelId="{A12F29BF-B922-4A2B-8DC1-C262EBC09590}" type="presOf" srcId="{4FBF4FA2-8465-4446-AB8B-04B5C504A16C}" destId="{21D6E6F2-4824-4CC7-B018-E104F1DDE5B4}" srcOrd="0" destOrd="0" presId="urn:microsoft.com/office/officeart/2005/8/layout/default"/>
    <dgm:cxn modelId="{593E68D5-CCC3-4884-846A-ED705540828D}" type="presOf" srcId="{4FC613D2-1DE9-4D6C-8AFF-368A39C8CA2A}" destId="{FDD18C2F-516E-4939-B67D-7C8E8882DAF1}" srcOrd="0" destOrd="0" presId="urn:microsoft.com/office/officeart/2005/8/layout/default"/>
    <dgm:cxn modelId="{CAF292D9-2E63-4E5C-99F0-DCD81FB83AB2}" srcId="{7EA35F5D-6F32-4880-B1B2-1DE5813FB146}" destId="{85A74B53-F483-4E35-903A-9D3F084A9FB3}" srcOrd="4" destOrd="0" parTransId="{A63FD0A0-70A6-4EAA-9956-4FB1B82F3D27}" sibTransId="{388196DE-AD0D-4A1D-B928-B34F3514CE68}"/>
    <dgm:cxn modelId="{6934EE03-E9D5-4817-BC24-79E49455095D}" type="presParOf" srcId="{71D3DB0E-80AB-4182-8C43-A2825E71CF66}" destId="{BAF1CADE-560C-4A9E-96D8-34749E9B990D}" srcOrd="0" destOrd="0" presId="urn:microsoft.com/office/officeart/2005/8/layout/default"/>
    <dgm:cxn modelId="{B91854DB-EAF4-415E-B1D0-5EC9A8376074}" type="presParOf" srcId="{71D3DB0E-80AB-4182-8C43-A2825E71CF66}" destId="{81EE97CA-2E04-4BBB-A7A1-EEFEBCBC5A4F}" srcOrd="1" destOrd="0" presId="urn:microsoft.com/office/officeart/2005/8/layout/default"/>
    <dgm:cxn modelId="{CF96CD0A-7E8F-41F4-8103-AB3CDE1A0094}" type="presParOf" srcId="{71D3DB0E-80AB-4182-8C43-A2825E71CF66}" destId="{FF848073-D953-4842-9388-FB70894A0B9F}" srcOrd="2" destOrd="0" presId="urn:microsoft.com/office/officeart/2005/8/layout/default"/>
    <dgm:cxn modelId="{0D049A15-6501-40B7-90F1-50A1C8B48F80}" type="presParOf" srcId="{71D3DB0E-80AB-4182-8C43-A2825E71CF66}" destId="{0D67DDB7-2FAC-43AD-BEBC-C952D74E32DF}" srcOrd="3" destOrd="0" presId="urn:microsoft.com/office/officeart/2005/8/layout/default"/>
    <dgm:cxn modelId="{E509416A-A91C-4030-AA06-C198979A500C}" type="presParOf" srcId="{71D3DB0E-80AB-4182-8C43-A2825E71CF66}" destId="{21D6E6F2-4824-4CC7-B018-E104F1DDE5B4}" srcOrd="4" destOrd="0" presId="urn:microsoft.com/office/officeart/2005/8/layout/default"/>
    <dgm:cxn modelId="{E47CE447-AAAA-4AF2-87DD-9884FD6D980C}" type="presParOf" srcId="{71D3DB0E-80AB-4182-8C43-A2825E71CF66}" destId="{16A7F1DB-B251-4FC1-A363-4E51D3E839C0}" srcOrd="5" destOrd="0" presId="urn:microsoft.com/office/officeart/2005/8/layout/default"/>
    <dgm:cxn modelId="{DB0FB0F6-2140-4C4A-A426-27E36C343B2F}" type="presParOf" srcId="{71D3DB0E-80AB-4182-8C43-A2825E71CF66}" destId="{FDD18C2F-516E-4939-B67D-7C8E8882DAF1}" srcOrd="6" destOrd="0" presId="urn:microsoft.com/office/officeart/2005/8/layout/default"/>
    <dgm:cxn modelId="{CA8FA1EF-540B-4095-8942-8352F5372C33}" type="presParOf" srcId="{71D3DB0E-80AB-4182-8C43-A2825E71CF66}" destId="{0C6617B1-D65B-442A-9FA0-8F5F1E3079DB}" srcOrd="7" destOrd="0" presId="urn:microsoft.com/office/officeart/2005/8/layout/default"/>
    <dgm:cxn modelId="{E2842D16-6E2C-41AD-9BA9-7322C76F2C42}" type="presParOf" srcId="{71D3DB0E-80AB-4182-8C43-A2825E71CF66}" destId="{1010A199-356C-417E-AE92-50481E9CBC3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8E3C18-E650-4F41-AE36-5F7CF6D13A4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842FA0-AE2C-4915-A56D-9DE49942FDB9}">
      <dgm:prSet/>
      <dgm:spPr/>
      <dgm:t>
        <a:bodyPr/>
        <a:lstStyle/>
        <a:p>
          <a:r>
            <a:rPr lang="en-US"/>
            <a:t>• Real-time analytics</a:t>
          </a:r>
        </a:p>
      </dgm:t>
    </dgm:pt>
    <dgm:pt modelId="{39DB2E29-953D-417D-BBB0-49CA481D5C4C}" type="parTrans" cxnId="{F2AF6E2C-B350-48F3-86C3-7B774B4ECA5F}">
      <dgm:prSet/>
      <dgm:spPr/>
      <dgm:t>
        <a:bodyPr/>
        <a:lstStyle/>
        <a:p>
          <a:endParaRPr lang="en-US"/>
        </a:p>
      </dgm:t>
    </dgm:pt>
    <dgm:pt modelId="{E69150C8-3DDA-4E5D-9193-13E03DE96546}" type="sibTrans" cxnId="{F2AF6E2C-B350-48F3-86C3-7B774B4ECA5F}">
      <dgm:prSet/>
      <dgm:spPr/>
      <dgm:t>
        <a:bodyPr/>
        <a:lstStyle/>
        <a:p>
          <a:endParaRPr lang="en-US"/>
        </a:p>
      </dgm:t>
    </dgm:pt>
    <dgm:pt modelId="{43E3D3B0-82B1-40B4-BADA-5C862EC5FED8}">
      <dgm:prSet/>
      <dgm:spPr/>
      <dgm:t>
        <a:bodyPr/>
        <a:lstStyle/>
        <a:p>
          <a:r>
            <a:rPr lang="en-US"/>
            <a:t>• Scalable big data architecture</a:t>
          </a:r>
        </a:p>
      </dgm:t>
    </dgm:pt>
    <dgm:pt modelId="{9D45D6E3-9773-49CE-8C6C-09E08924AB4C}" type="parTrans" cxnId="{3C3BDDB6-74BF-4C68-BD29-D104667D2BCA}">
      <dgm:prSet/>
      <dgm:spPr/>
      <dgm:t>
        <a:bodyPr/>
        <a:lstStyle/>
        <a:p>
          <a:endParaRPr lang="en-US"/>
        </a:p>
      </dgm:t>
    </dgm:pt>
    <dgm:pt modelId="{3BC26666-F347-4A11-8DD9-52D61A61BC4A}" type="sibTrans" cxnId="{3C3BDDB6-74BF-4C68-BD29-D104667D2BCA}">
      <dgm:prSet/>
      <dgm:spPr/>
      <dgm:t>
        <a:bodyPr/>
        <a:lstStyle/>
        <a:p>
          <a:endParaRPr lang="en-US"/>
        </a:p>
      </dgm:t>
    </dgm:pt>
    <dgm:pt modelId="{BC549A36-922D-49D1-A92E-42595768EB97}">
      <dgm:prSet/>
      <dgm:spPr/>
      <dgm:t>
        <a:bodyPr/>
        <a:lstStyle/>
        <a:p>
          <a:r>
            <a:rPr lang="en-US"/>
            <a:t>• Optimized storage &amp; query performance</a:t>
          </a:r>
        </a:p>
      </dgm:t>
    </dgm:pt>
    <dgm:pt modelId="{C975FEC0-D69F-4EAB-8E41-1A4033EA27A5}" type="parTrans" cxnId="{EC1836CB-DE25-4B4E-8EC7-5632C8E507CF}">
      <dgm:prSet/>
      <dgm:spPr/>
      <dgm:t>
        <a:bodyPr/>
        <a:lstStyle/>
        <a:p>
          <a:endParaRPr lang="en-US"/>
        </a:p>
      </dgm:t>
    </dgm:pt>
    <dgm:pt modelId="{9B23BC9F-515D-4208-9D23-B9449E35D041}" type="sibTrans" cxnId="{EC1836CB-DE25-4B4E-8EC7-5632C8E507CF}">
      <dgm:prSet/>
      <dgm:spPr/>
      <dgm:t>
        <a:bodyPr/>
        <a:lstStyle/>
        <a:p>
          <a:endParaRPr lang="en-US"/>
        </a:p>
      </dgm:t>
    </dgm:pt>
    <dgm:pt modelId="{D86548A9-6450-4537-919E-F81048F84BA7}">
      <dgm:prSet/>
      <dgm:spPr/>
      <dgm:t>
        <a:bodyPr/>
        <a:lstStyle/>
        <a:p>
          <a:r>
            <a:rPr lang="en-US"/>
            <a:t>• Production-ready data pipeline</a:t>
          </a:r>
        </a:p>
      </dgm:t>
    </dgm:pt>
    <dgm:pt modelId="{E268E1D8-93F5-4C2A-A90D-1A0675722879}" type="parTrans" cxnId="{479DE82A-9342-43D2-AB52-93B782F0EC6A}">
      <dgm:prSet/>
      <dgm:spPr/>
      <dgm:t>
        <a:bodyPr/>
        <a:lstStyle/>
        <a:p>
          <a:endParaRPr lang="en-US"/>
        </a:p>
      </dgm:t>
    </dgm:pt>
    <dgm:pt modelId="{8348DC8F-A197-4FDD-A4A3-A8A6F93856F4}" type="sibTrans" cxnId="{479DE82A-9342-43D2-AB52-93B782F0EC6A}">
      <dgm:prSet/>
      <dgm:spPr/>
      <dgm:t>
        <a:bodyPr/>
        <a:lstStyle/>
        <a:p>
          <a:endParaRPr lang="en-US"/>
        </a:p>
      </dgm:t>
    </dgm:pt>
    <dgm:pt modelId="{683BFCA8-5935-44AD-8707-12347E432E01}">
      <dgm:prSet/>
      <dgm:spPr/>
      <dgm:t>
        <a:bodyPr/>
        <a:lstStyle/>
        <a:p>
          <a:r>
            <a:rPr lang="en-US"/>
            <a:t>• Suitable for OLAP workloads</a:t>
          </a:r>
        </a:p>
      </dgm:t>
    </dgm:pt>
    <dgm:pt modelId="{9CC58DB0-DC74-45AF-A73F-E7FE10FB80AB}" type="parTrans" cxnId="{4CDF79C6-A410-42E4-A13D-056CD290A594}">
      <dgm:prSet/>
      <dgm:spPr/>
      <dgm:t>
        <a:bodyPr/>
        <a:lstStyle/>
        <a:p>
          <a:endParaRPr lang="en-US"/>
        </a:p>
      </dgm:t>
    </dgm:pt>
    <dgm:pt modelId="{C4378C13-938C-4647-BC97-7458D40E9814}" type="sibTrans" cxnId="{4CDF79C6-A410-42E4-A13D-056CD290A594}">
      <dgm:prSet/>
      <dgm:spPr/>
      <dgm:t>
        <a:bodyPr/>
        <a:lstStyle/>
        <a:p>
          <a:endParaRPr lang="en-US"/>
        </a:p>
      </dgm:t>
    </dgm:pt>
    <dgm:pt modelId="{E655BFC1-F929-479B-972B-2E35EF7096DD}" type="pres">
      <dgm:prSet presAssocID="{3D8E3C18-E650-4F41-AE36-5F7CF6D13A47}" presName="vert0" presStyleCnt="0">
        <dgm:presLayoutVars>
          <dgm:dir/>
          <dgm:animOne val="branch"/>
          <dgm:animLvl val="lvl"/>
        </dgm:presLayoutVars>
      </dgm:prSet>
      <dgm:spPr/>
    </dgm:pt>
    <dgm:pt modelId="{66EE7FA0-B25F-49B0-835B-443342AA5A36}" type="pres">
      <dgm:prSet presAssocID="{9D842FA0-AE2C-4915-A56D-9DE49942FDB9}" presName="thickLine" presStyleLbl="alignNode1" presStyleIdx="0" presStyleCnt="5"/>
      <dgm:spPr/>
    </dgm:pt>
    <dgm:pt modelId="{68913459-8CEB-4D5A-BEA6-95C7CA2748E0}" type="pres">
      <dgm:prSet presAssocID="{9D842FA0-AE2C-4915-A56D-9DE49942FDB9}" presName="horz1" presStyleCnt="0"/>
      <dgm:spPr/>
    </dgm:pt>
    <dgm:pt modelId="{024FB62B-D287-4B5D-ADD1-78E0D266DECE}" type="pres">
      <dgm:prSet presAssocID="{9D842FA0-AE2C-4915-A56D-9DE49942FDB9}" presName="tx1" presStyleLbl="revTx" presStyleIdx="0" presStyleCnt="5"/>
      <dgm:spPr/>
    </dgm:pt>
    <dgm:pt modelId="{332EFEDD-7020-43FE-9A35-6CCC048704AD}" type="pres">
      <dgm:prSet presAssocID="{9D842FA0-AE2C-4915-A56D-9DE49942FDB9}" presName="vert1" presStyleCnt="0"/>
      <dgm:spPr/>
    </dgm:pt>
    <dgm:pt modelId="{10064156-A9DB-425D-B015-E980AE9DB3A6}" type="pres">
      <dgm:prSet presAssocID="{43E3D3B0-82B1-40B4-BADA-5C862EC5FED8}" presName="thickLine" presStyleLbl="alignNode1" presStyleIdx="1" presStyleCnt="5"/>
      <dgm:spPr/>
    </dgm:pt>
    <dgm:pt modelId="{1FD12AF4-B2F9-4A7F-B39A-09A13450CCEE}" type="pres">
      <dgm:prSet presAssocID="{43E3D3B0-82B1-40B4-BADA-5C862EC5FED8}" presName="horz1" presStyleCnt="0"/>
      <dgm:spPr/>
    </dgm:pt>
    <dgm:pt modelId="{E0987708-E6D8-47AC-B6DB-3CA640F4A845}" type="pres">
      <dgm:prSet presAssocID="{43E3D3B0-82B1-40B4-BADA-5C862EC5FED8}" presName="tx1" presStyleLbl="revTx" presStyleIdx="1" presStyleCnt="5"/>
      <dgm:spPr/>
    </dgm:pt>
    <dgm:pt modelId="{7D6EEBE8-6BBF-4F45-88F8-B55D0B070EFC}" type="pres">
      <dgm:prSet presAssocID="{43E3D3B0-82B1-40B4-BADA-5C862EC5FED8}" presName="vert1" presStyleCnt="0"/>
      <dgm:spPr/>
    </dgm:pt>
    <dgm:pt modelId="{83FCB38A-B51E-41B8-A865-E92EAE04E305}" type="pres">
      <dgm:prSet presAssocID="{BC549A36-922D-49D1-A92E-42595768EB97}" presName="thickLine" presStyleLbl="alignNode1" presStyleIdx="2" presStyleCnt="5"/>
      <dgm:spPr/>
    </dgm:pt>
    <dgm:pt modelId="{029F31D2-92AB-43E8-BE01-E2672EE14CF2}" type="pres">
      <dgm:prSet presAssocID="{BC549A36-922D-49D1-A92E-42595768EB97}" presName="horz1" presStyleCnt="0"/>
      <dgm:spPr/>
    </dgm:pt>
    <dgm:pt modelId="{D02D4B03-D17B-41A0-A9AB-2A191082C9FF}" type="pres">
      <dgm:prSet presAssocID="{BC549A36-922D-49D1-A92E-42595768EB97}" presName="tx1" presStyleLbl="revTx" presStyleIdx="2" presStyleCnt="5"/>
      <dgm:spPr/>
    </dgm:pt>
    <dgm:pt modelId="{BF8097C9-CEEC-453D-885C-F2A127C65D3F}" type="pres">
      <dgm:prSet presAssocID="{BC549A36-922D-49D1-A92E-42595768EB97}" presName="vert1" presStyleCnt="0"/>
      <dgm:spPr/>
    </dgm:pt>
    <dgm:pt modelId="{4BED4B3F-7E02-4316-802B-BB6CD843FC68}" type="pres">
      <dgm:prSet presAssocID="{D86548A9-6450-4537-919E-F81048F84BA7}" presName="thickLine" presStyleLbl="alignNode1" presStyleIdx="3" presStyleCnt="5"/>
      <dgm:spPr/>
    </dgm:pt>
    <dgm:pt modelId="{0694DA0D-E5DA-4CAA-A05E-23AB49A38CE9}" type="pres">
      <dgm:prSet presAssocID="{D86548A9-6450-4537-919E-F81048F84BA7}" presName="horz1" presStyleCnt="0"/>
      <dgm:spPr/>
    </dgm:pt>
    <dgm:pt modelId="{694C8DFE-684A-4E97-B8EA-B540E77EC83F}" type="pres">
      <dgm:prSet presAssocID="{D86548A9-6450-4537-919E-F81048F84BA7}" presName="tx1" presStyleLbl="revTx" presStyleIdx="3" presStyleCnt="5"/>
      <dgm:spPr/>
    </dgm:pt>
    <dgm:pt modelId="{C5693D65-7D38-4482-ABD7-A7C80699A332}" type="pres">
      <dgm:prSet presAssocID="{D86548A9-6450-4537-919E-F81048F84BA7}" presName="vert1" presStyleCnt="0"/>
      <dgm:spPr/>
    </dgm:pt>
    <dgm:pt modelId="{4B80B936-2752-4E46-B046-75D4118BE03F}" type="pres">
      <dgm:prSet presAssocID="{683BFCA8-5935-44AD-8707-12347E432E01}" presName="thickLine" presStyleLbl="alignNode1" presStyleIdx="4" presStyleCnt="5"/>
      <dgm:spPr/>
    </dgm:pt>
    <dgm:pt modelId="{71F2EBD3-9FD6-4F74-8652-BB4ABB69F464}" type="pres">
      <dgm:prSet presAssocID="{683BFCA8-5935-44AD-8707-12347E432E01}" presName="horz1" presStyleCnt="0"/>
      <dgm:spPr/>
    </dgm:pt>
    <dgm:pt modelId="{C8432B4C-4539-4A25-B9AE-A6D3F3843E74}" type="pres">
      <dgm:prSet presAssocID="{683BFCA8-5935-44AD-8707-12347E432E01}" presName="tx1" presStyleLbl="revTx" presStyleIdx="4" presStyleCnt="5"/>
      <dgm:spPr/>
    </dgm:pt>
    <dgm:pt modelId="{AE8C385C-6FC3-46D7-A026-116D50515071}" type="pres">
      <dgm:prSet presAssocID="{683BFCA8-5935-44AD-8707-12347E432E01}" presName="vert1" presStyleCnt="0"/>
      <dgm:spPr/>
    </dgm:pt>
  </dgm:ptLst>
  <dgm:cxnLst>
    <dgm:cxn modelId="{A663D200-83DC-4332-A22B-060F67C00ACE}" type="presOf" srcId="{3D8E3C18-E650-4F41-AE36-5F7CF6D13A47}" destId="{E655BFC1-F929-479B-972B-2E35EF7096DD}" srcOrd="0" destOrd="0" presId="urn:microsoft.com/office/officeart/2008/layout/LinedList"/>
    <dgm:cxn modelId="{479DE82A-9342-43D2-AB52-93B782F0EC6A}" srcId="{3D8E3C18-E650-4F41-AE36-5F7CF6D13A47}" destId="{D86548A9-6450-4537-919E-F81048F84BA7}" srcOrd="3" destOrd="0" parTransId="{E268E1D8-93F5-4C2A-A90D-1A0675722879}" sibTransId="{8348DC8F-A197-4FDD-A4A3-A8A6F93856F4}"/>
    <dgm:cxn modelId="{F2AF6E2C-B350-48F3-86C3-7B774B4ECA5F}" srcId="{3D8E3C18-E650-4F41-AE36-5F7CF6D13A47}" destId="{9D842FA0-AE2C-4915-A56D-9DE49942FDB9}" srcOrd="0" destOrd="0" parTransId="{39DB2E29-953D-417D-BBB0-49CA481D5C4C}" sibTransId="{E69150C8-3DDA-4E5D-9193-13E03DE96546}"/>
    <dgm:cxn modelId="{F88A3861-8479-4BB3-8268-00AAE6088EB2}" type="presOf" srcId="{43E3D3B0-82B1-40B4-BADA-5C862EC5FED8}" destId="{E0987708-E6D8-47AC-B6DB-3CA640F4A845}" srcOrd="0" destOrd="0" presId="urn:microsoft.com/office/officeart/2008/layout/LinedList"/>
    <dgm:cxn modelId="{4636FC68-449F-43E8-A26A-056E94F92D9D}" type="presOf" srcId="{9D842FA0-AE2C-4915-A56D-9DE49942FDB9}" destId="{024FB62B-D287-4B5D-ADD1-78E0D266DECE}" srcOrd="0" destOrd="0" presId="urn:microsoft.com/office/officeart/2008/layout/LinedList"/>
    <dgm:cxn modelId="{9D4FAA6C-A29E-483C-9569-C7D1E22024F6}" type="presOf" srcId="{D86548A9-6450-4537-919E-F81048F84BA7}" destId="{694C8DFE-684A-4E97-B8EA-B540E77EC83F}" srcOrd="0" destOrd="0" presId="urn:microsoft.com/office/officeart/2008/layout/LinedList"/>
    <dgm:cxn modelId="{9FD83C7C-43F3-4F43-830D-FA654F329048}" type="presOf" srcId="{BC549A36-922D-49D1-A92E-42595768EB97}" destId="{D02D4B03-D17B-41A0-A9AB-2A191082C9FF}" srcOrd="0" destOrd="0" presId="urn:microsoft.com/office/officeart/2008/layout/LinedList"/>
    <dgm:cxn modelId="{3C3BDDB6-74BF-4C68-BD29-D104667D2BCA}" srcId="{3D8E3C18-E650-4F41-AE36-5F7CF6D13A47}" destId="{43E3D3B0-82B1-40B4-BADA-5C862EC5FED8}" srcOrd="1" destOrd="0" parTransId="{9D45D6E3-9773-49CE-8C6C-09E08924AB4C}" sibTransId="{3BC26666-F347-4A11-8DD9-52D61A61BC4A}"/>
    <dgm:cxn modelId="{4CDF79C6-A410-42E4-A13D-056CD290A594}" srcId="{3D8E3C18-E650-4F41-AE36-5F7CF6D13A47}" destId="{683BFCA8-5935-44AD-8707-12347E432E01}" srcOrd="4" destOrd="0" parTransId="{9CC58DB0-DC74-45AF-A73F-E7FE10FB80AB}" sibTransId="{C4378C13-938C-4647-BC97-7458D40E9814}"/>
    <dgm:cxn modelId="{EC1836CB-DE25-4B4E-8EC7-5632C8E507CF}" srcId="{3D8E3C18-E650-4F41-AE36-5F7CF6D13A47}" destId="{BC549A36-922D-49D1-A92E-42595768EB97}" srcOrd="2" destOrd="0" parTransId="{C975FEC0-D69F-4EAB-8E41-1A4033EA27A5}" sibTransId="{9B23BC9F-515D-4208-9D23-B9449E35D041}"/>
    <dgm:cxn modelId="{29D614FA-E979-4B57-A7EF-4D2B4AC6A21D}" type="presOf" srcId="{683BFCA8-5935-44AD-8707-12347E432E01}" destId="{C8432B4C-4539-4A25-B9AE-A6D3F3843E74}" srcOrd="0" destOrd="0" presId="urn:microsoft.com/office/officeart/2008/layout/LinedList"/>
    <dgm:cxn modelId="{2F621D79-AC5C-47D8-9A1A-CE1DB93C9C29}" type="presParOf" srcId="{E655BFC1-F929-479B-972B-2E35EF7096DD}" destId="{66EE7FA0-B25F-49B0-835B-443342AA5A36}" srcOrd="0" destOrd="0" presId="urn:microsoft.com/office/officeart/2008/layout/LinedList"/>
    <dgm:cxn modelId="{36406B36-C847-4852-9014-2EEB8322C2AA}" type="presParOf" srcId="{E655BFC1-F929-479B-972B-2E35EF7096DD}" destId="{68913459-8CEB-4D5A-BEA6-95C7CA2748E0}" srcOrd="1" destOrd="0" presId="urn:microsoft.com/office/officeart/2008/layout/LinedList"/>
    <dgm:cxn modelId="{6C424788-7390-4650-B16E-B0DE348666AD}" type="presParOf" srcId="{68913459-8CEB-4D5A-BEA6-95C7CA2748E0}" destId="{024FB62B-D287-4B5D-ADD1-78E0D266DECE}" srcOrd="0" destOrd="0" presId="urn:microsoft.com/office/officeart/2008/layout/LinedList"/>
    <dgm:cxn modelId="{4469398E-2573-45E1-AB84-2771B2FEAE48}" type="presParOf" srcId="{68913459-8CEB-4D5A-BEA6-95C7CA2748E0}" destId="{332EFEDD-7020-43FE-9A35-6CCC048704AD}" srcOrd="1" destOrd="0" presId="urn:microsoft.com/office/officeart/2008/layout/LinedList"/>
    <dgm:cxn modelId="{4E1A048D-AF73-4330-81D2-0618E094C77B}" type="presParOf" srcId="{E655BFC1-F929-479B-972B-2E35EF7096DD}" destId="{10064156-A9DB-425D-B015-E980AE9DB3A6}" srcOrd="2" destOrd="0" presId="urn:microsoft.com/office/officeart/2008/layout/LinedList"/>
    <dgm:cxn modelId="{2C8D1E41-A680-4036-87AB-51D7D0B043B6}" type="presParOf" srcId="{E655BFC1-F929-479B-972B-2E35EF7096DD}" destId="{1FD12AF4-B2F9-4A7F-B39A-09A13450CCEE}" srcOrd="3" destOrd="0" presId="urn:microsoft.com/office/officeart/2008/layout/LinedList"/>
    <dgm:cxn modelId="{1A695B47-F378-49C7-93EB-1A7419B9C6C8}" type="presParOf" srcId="{1FD12AF4-B2F9-4A7F-B39A-09A13450CCEE}" destId="{E0987708-E6D8-47AC-B6DB-3CA640F4A845}" srcOrd="0" destOrd="0" presId="urn:microsoft.com/office/officeart/2008/layout/LinedList"/>
    <dgm:cxn modelId="{A0169F99-CC75-4116-AAF1-370DD9917344}" type="presParOf" srcId="{1FD12AF4-B2F9-4A7F-B39A-09A13450CCEE}" destId="{7D6EEBE8-6BBF-4F45-88F8-B55D0B070EFC}" srcOrd="1" destOrd="0" presId="urn:microsoft.com/office/officeart/2008/layout/LinedList"/>
    <dgm:cxn modelId="{85F28159-009D-4E1A-8DFF-1BA427D5FA4E}" type="presParOf" srcId="{E655BFC1-F929-479B-972B-2E35EF7096DD}" destId="{83FCB38A-B51E-41B8-A865-E92EAE04E305}" srcOrd="4" destOrd="0" presId="urn:microsoft.com/office/officeart/2008/layout/LinedList"/>
    <dgm:cxn modelId="{7B7C674E-60F4-4019-8F9B-782C90BF3213}" type="presParOf" srcId="{E655BFC1-F929-479B-972B-2E35EF7096DD}" destId="{029F31D2-92AB-43E8-BE01-E2672EE14CF2}" srcOrd="5" destOrd="0" presId="urn:microsoft.com/office/officeart/2008/layout/LinedList"/>
    <dgm:cxn modelId="{C10662DA-8F2B-4FD7-B79C-BF0D4D5E0255}" type="presParOf" srcId="{029F31D2-92AB-43E8-BE01-E2672EE14CF2}" destId="{D02D4B03-D17B-41A0-A9AB-2A191082C9FF}" srcOrd="0" destOrd="0" presId="urn:microsoft.com/office/officeart/2008/layout/LinedList"/>
    <dgm:cxn modelId="{4D8F5128-40B4-41D4-A7B2-0510256ADCDB}" type="presParOf" srcId="{029F31D2-92AB-43E8-BE01-E2672EE14CF2}" destId="{BF8097C9-CEEC-453D-885C-F2A127C65D3F}" srcOrd="1" destOrd="0" presId="urn:microsoft.com/office/officeart/2008/layout/LinedList"/>
    <dgm:cxn modelId="{D3B9EDA5-E969-486C-BEE5-49A2F17FC53F}" type="presParOf" srcId="{E655BFC1-F929-479B-972B-2E35EF7096DD}" destId="{4BED4B3F-7E02-4316-802B-BB6CD843FC68}" srcOrd="6" destOrd="0" presId="urn:microsoft.com/office/officeart/2008/layout/LinedList"/>
    <dgm:cxn modelId="{8DEDAF80-BB79-470F-A9A0-54A6F8AB130E}" type="presParOf" srcId="{E655BFC1-F929-479B-972B-2E35EF7096DD}" destId="{0694DA0D-E5DA-4CAA-A05E-23AB49A38CE9}" srcOrd="7" destOrd="0" presId="urn:microsoft.com/office/officeart/2008/layout/LinedList"/>
    <dgm:cxn modelId="{BDBC3BAA-4453-450B-8600-64E39C3A7E2C}" type="presParOf" srcId="{0694DA0D-E5DA-4CAA-A05E-23AB49A38CE9}" destId="{694C8DFE-684A-4E97-B8EA-B540E77EC83F}" srcOrd="0" destOrd="0" presId="urn:microsoft.com/office/officeart/2008/layout/LinedList"/>
    <dgm:cxn modelId="{0AF26289-8E80-49CA-87EC-0A9ABCC88E6F}" type="presParOf" srcId="{0694DA0D-E5DA-4CAA-A05E-23AB49A38CE9}" destId="{C5693D65-7D38-4482-ABD7-A7C80699A332}" srcOrd="1" destOrd="0" presId="urn:microsoft.com/office/officeart/2008/layout/LinedList"/>
    <dgm:cxn modelId="{70392F1E-5B74-47B0-AFE0-C1757E42BF44}" type="presParOf" srcId="{E655BFC1-F929-479B-972B-2E35EF7096DD}" destId="{4B80B936-2752-4E46-B046-75D4118BE03F}" srcOrd="8" destOrd="0" presId="urn:microsoft.com/office/officeart/2008/layout/LinedList"/>
    <dgm:cxn modelId="{77A1FB32-EFE5-46B4-A86B-3BAD8AC7F810}" type="presParOf" srcId="{E655BFC1-F929-479B-972B-2E35EF7096DD}" destId="{71F2EBD3-9FD6-4F74-8652-BB4ABB69F464}" srcOrd="9" destOrd="0" presId="urn:microsoft.com/office/officeart/2008/layout/LinedList"/>
    <dgm:cxn modelId="{D60E2951-0327-4FF4-9F6A-8EBF04E5007B}" type="presParOf" srcId="{71F2EBD3-9FD6-4F74-8652-BB4ABB69F464}" destId="{C8432B4C-4539-4A25-B9AE-A6D3F3843E74}" srcOrd="0" destOrd="0" presId="urn:microsoft.com/office/officeart/2008/layout/LinedList"/>
    <dgm:cxn modelId="{E00F4876-F873-44D0-94A2-6EBC77BAF3E4}" type="presParOf" srcId="{71F2EBD3-9FD6-4F74-8652-BB4ABB69F464}" destId="{AE8C385C-6FC3-46D7-A026-116D505150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6E718-2E60-4AA3-8D21-7DEFF9815FAA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2B704A-081F-423B-AC61-9FA72196ABE0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971A7-0FBD-4BFF-A490-CBB3469E86E0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Real-time data streaming pipeline</a:t>
          </a:r>
        </a:p>
      </dsp:txBody>
      <dsp:txXfrm>
        <a:off x="889864" y="1808"/>
        <a:ext cx="3794084" cy="770445"/>
      </dsp:txXfrm>
    </dsp:sp>
    <dsp:sp modelId="{5595323D-6030-493D-BB40-4BBD39DC613C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6C780-AB1E-4B29-9593-C6FF2968FE59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E1B0B-5395-4C3C-8363-2B5457EEE456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 generated via Kafka Producer</a:t>
          </a:r>
        </a:p>
      </dsp:txBody>
      <dsp:txXfrm>
        <a:off x="889864" y="964865"/>
        <a:ext cx="3794084" cy="770445"/>
      </dsp:txXfrm>
    </dsp:sp>
    <dsp:sp modelId="{344CC571-128C-4DD3-8B75-0BCC2E673A64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F2223-8203-4F10-8780-C81DDFF5FCD0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51A22-F122-4E24-9AF2-3B3430D22A37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Stream processing using Apache NiFi</a:t>
          </a:r>
        </a:p>
      </dsp:txBody>
      <dsp:txXfrm>
        <a:off x="889864" y="1927922"/>
        <a:ext cx="3794084" cy="770445"/>
      </dsp:txXfrm>
    </dsp:sp>
    <dsp:sp modelId="{B3F955AF-B0CD-4837-9685-216F506B547F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6B0C65-A0D4-4B77-A68A-A4545BC4D2C4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1F787-9F47-45EA-9848-32735D1FE348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Storage in HDFS (Parquet format)</a:t>
          </a:r>
        </a:p>
      </dsp:txBody>
      <dsp:txXfrm>
        <a:off x="889864" y="2890979"/>
        <a:ext cx="3794084" cy="770445"/>
      </dsp:txXfrm>
    </dsp:sp>
    <dsp:sp modelId="{33416501-7B30-4DAF-8269-4E9BD8D078C1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026F9-8947-4C3E-9D52-C5C79D25F207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B83EB-A231-4F2F-8CBB-CC719CA2A1E5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 warehousing using Hive</a:t>
          </a:r>
        </a:p>
      </dsp:txBody>
      <dsp:txXfrm>
        <a:off x="889864" y="3854036"/>
        <a:ext cx="3794084" cy="770445"/>
      </dsp:txXfrm>
    </dsp:sp>
    <dsp:sp modelId="{B833C044-B275-4680-9317-6E453D43B0F4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A651E-B25C-45DE-B0D1-512ABD1494A9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5C1CD-B385-4298-AC0D-E5EB95519316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Workflow orchestration using Airflow</a:t>
          </a:r>
        </a:p>
      </dsp:txBody>
      <dsp:txXfrm>
        <a:off x="889864" y="4817093"/>
        <a:ext cx="3794084" cy="770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F73343-1645-4537-8943-EA77B1815758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20BE4-E7B5-43D4-BA11-00E17AE1FBC5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DB26E-A6B1-4C70-AE81-E7739B7FD3CC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Build reliable real-time data pipeline</a:t>
          </a:r>
        </a:p>
      </dsp:txBody>
      <dsp:txXfrm>
        <a:off x="1074268" y="4366"/>
        <a:ext cx="3609680" cy="930102"/>
      </dsp:txXfrm>
    </dsp:sp>
    <dsp:sp modelId="{07A7B22C-7755-4262-A08F-B21E90809056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D931B-9450-4D27-B769-7AC797038F44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F1166-E68E-4F7D-8B7B-185A711379C7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Ensure schema validation and data consistency</a:t>
          </a:r>
        </a:p>
      </dsp:txBody>
      <dsp:txXfrm>
        <a:off x="1074268" y="1166994"/>
        <a:ext cx="3609680" cy="930102"/>
      </dsp:txXfrm>
    </dsp:sp>
    <dsp:sp modelId="{FFC15D6B-14A1-419C-AA5C-D5E31311D5A3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83679-58F8-47CC-9CF9-95A4DCD505EF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08C3B-C5A0-44B1-8045-30287D472841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Store data in optimized format (Parquet + Snappy)</a:t>
          </a:r>
        </a:p>
      </dsp:txBody>
      <dsp:txXfrm>
        <a:off x="1074268" y="2329622"/>
        <a:ext cx="3609680" cy="930102"/>
      </dsp:txXfrm>
    </dsp:sp>
    <dsp:sp modelId="{1DDE0D2D-B9C3-4B1B-948C-0E8C1B2441D0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F3E64-198A-49AE-B245-456D178375AA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BCB7D-7380-4D34-8861-88511772865C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Enable analytical querying using Hive</a:t>
          </a:r>
        </a:p>
      </dsp:txBody>
      <dsp:txXfrm>
        <a:off x="1074268" y="3492250"/>
        <a:ext cx="3609680" cy="930102"/>
      </dsp:txXfrm>
    </dsp:sp>
    <dsp:sp modelId="{31671335-A8BB-414A-A8FA-FE1AC1DC891A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2AA8E2-58F3-4099-AAA5-B6625FA6541E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94B41-8515-48DC-9F1C-744BA7399DF3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Automate pipeline scheduling and monitoring</a:t>
          </a:r>
        </a:p>
      </dsp:txBody>
      <dsp:txXfrm>
        <a:off x="1074268" y="4654878"/>
        <a:ext cx="3609680" cy="930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19BEA-6178-4289-8948-BC6AA5552944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FE651-1DC3-4335-9EB0-B7DF3E8C22C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3586B-95CA-4FD2-83B2-967C1D0615BF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Kafka: Data ingestion &amp; streaming</a:t>
          </a:r>
        </a:p>
      </dsp:txBody>
      <dsp:txXfrm>
        <a:off x="1059754" y="4307"/>
        <a:ext cx="3713413" cy="917536"/>
      </dsp:txXfrm>
    </dsp:sp>
    <dsp:sp modelId="{65210B36-8217-4777-9844-432C8F4A830B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BAD08-B421-45CA-B160-1E118A7BEFA7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3B8FB-0086-4281-890D-7F244AD74A3F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NiFi: Data transformation &amp; routing</a:t>
          </a:r>
        </a:p>
      </dsp:txBody>
      <dsp:txXfrm>
        <a:off x="1059754" y="1151227"/>
        <a:ext cx="3713413" cy="917536"/>
      </dsp:txXfrm>
    </dsp:sp>
    <dsp:sp modelId="{57F07E3A-F764-425C-93EE-CE211A267DCE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AD937C-A325-4E39-A38A-F0D011114CAC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9F1FC-1610-4CCE-B518-267C3D0C39D0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HDFS: Distributed storage layer</a:t>
          </a:r>
        </a:p>
      </dsp:txBody>
      <dsp:txXfrm>
        <a:off x="1059754" y="2298147"/>
        <a:ext cx="3713413" cy="917536"/>
      </dsp:txXfrm>
    </dsp:sp>
    <dsp:sp modelId="{75FC265B-76A4-49DF-8835-7BADC20C5BB6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DD879-E398-408C-ACFC-4867B7F354ED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3F3BF-137E-4893-87B2-F1A3854EDEFD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Hive: Data warehouse &amp; SQL analytics</a:t>
          </a:r>
        </a:p>
      </dsp:txBody>
      <dsp:txXfrm>
        <a:off x="1059754" y="3445068"/>
        <a:ext cx="3713413" cy="917536"/>
      </dsp:txXfrm>
    </dsp:sp>
    <dsp:sp modelId="{BF53C2A7-B631-4E69-A039-CE516B3CEF07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B7B00-3BAC-4507-8CBC-F109F9EE56FE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D0C31-E0C8-4C09-9EF1-4CAECB67AAC4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Airflow: Workflow orchestration &amp; automation</a:t>
          </a:r>
        </a:p>
      </dsp:txBody>
      <dsp:txXfrm>
        <a:off x="1059754" y="4591988"/>
        <a:ext cx="3713413" cy="9175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D09F9-9155-4B6A-8A0B-84252B616166}">
      <dsp:nvSpPr>
        <dsp:cNvPr id="0" name=""/>
        <dsp:cNvSpPr/>
      </dsp:nvSpPr>
      <dsp:spPr>
        <a:xfrm>
          <a:off x="2138737" y="935381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978641"/>
        <a:ext cx="24604" cy="4920"/>
      </dsp:txXfrm>
    </dsp:sp>
    <dsp:sp modelId="{16D1D8B6-FD6B-4ECC-BBF5-DA94533DDFCC}">
      <dsp:nvSpPr>
        <dsp:cNvPr id="0" name=""/>
        <dsp:cNvSpPr/>
      </dsp:nvSpPr>
      <dsp:spPr>
        <a:xfrm>
          <a:off x="1002" y="339241"/>
          <a:ext cx="2139535" cy="1283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Producer sends events to Kafka topic</a:t>
          </a:r>
        </a:p>
      </dsp:txBody>
      <dsp:txXfrm>
        <a:off x="1002" y="339241"/>
        <a:ext cx="2139535" cy="1283721"/>
      </dsp:txXfrm>
    </dsp:sp>
    <dsp:sp modelId="{03D12A2A-FF90-4A12-A77E-18D0F310906E}">
      <dsp:nvSpPr>
        <dsp:cNvPr id="0" name=""/>
        <dsp:cNvSpPr/>
      </dsp:nvSpPr>
      <dsp:spPr>
        <a:xfrm>
          <a:off x="1070769" y="1621162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1849448"/>
        <a:ext cx="133862" cy="4920"/>
      </dsp:txXfrm>
    </dsp:sp>
    <dsp:sp modelId="{AF99D878-B64E-41AC-A8FE-B2BCB1FA2536}">
      <dsp:nvSpPr>
        <dsp:cNvPr id="0" name=""/>
        <dsp:cNvSpPr/>
      </dsp:nvSpPr>
      <dsp:spPr>
        <a:xfrm>
          <a:off x="2632630" y="339241"/>
          <a:ext cx="2139535" cy="12837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NiFi consumes and converts data to Parquet</a:t>
          </a:r>
        </a:p>
      </dsp:txBody>
      <dsp:txXfrm>
        <a:off x="2632630" y="339241"/>
        <a:ext cx="2139535" cy="1283721"/>
      </dsp:txXfrm>
    </dsp:sp>
    <dsp:sp modelId="{17AAEB5E-B1D0-4560-B4BF-8B6C6160CA16}">
      <dsp:nvSpPr>
        <dsp:cNvPr id="0" name=""/>
        <dsp:cNvSpPr/>
      </dsp:nvSpPr>
      <dsp:spPr>
        <a:xfrm>
          <a:off x="2138737" y="2711196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2754455"/>
        <a:ext cx="24604" cy="4920"/>
      </dsp:txXfrm>
    </dsp:sp>
    <dsp:sp modelId="{1894D91E-5018-404E-99EA-0DBE1D5933BF}">
      <dsp:nvSpPr>
        <dsp:cNvPr id="0" name=""/>
        <dsp:cNvSpPr/>
      </dsp:nvSpPr>
      <dsp:spPr>
        <a:xfrm>
          <a:off x="1002" y="2115055"/>
          <a:ext cx="2139535" cy="12837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Data stored in HDFS</a:t>
          </a:r>
        </a:p>
      </dsp:txBody>
      <dsp:txXfrm>
        <a:off x="1002" y="2115055"/>
        <a:ext cx="2139535" cy="1283721"/>
      </dsp:txXfrm>
    </dsp:sp>
    <dsp:sp modelId="{AB64D7B6-6D6B-4C95-B781-B87E81D4CF7C}">
      <dsp:nvSpPr>
        <dsp:cNvPr id="0" name=""/>
        <dsp:cNvSpPr/>
      </dsp:nvSpPr>
      <dsp:spPr>
        <a:xfrm>
          <a:off x="1070769" y="3396976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3625262"/>
        <a:ext cx="133862" cy="4920"/>
      </dsp:txXfrm>
    </dsp:sp>
    <dsp:sp modelId="{0F95B478-C064-4EFC-87DB-373F9B6AD5D9}">
      <dsp:nvSpPr>
        <dsp:cNvPr id="0" name=""/>
        <dsp:cNvSpPr/>
      </dsp:nvSpPr>
      <dsp:spPr>
        <a:xfrm>
          <a:off x="2632630" y="2115055"/>
          <a:ext cx="2139535" cy="12837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4. </a:t>
          </a:r>
          <a:r>
            <a:rPr lang="ar-EG" sz="1900" kern="1200" dirty="0"/>
            <a:t> </a:t>
          </a:r>
          <a:r>
            <a:rPr lang="en-US" sz="1900" kern="1200" dirty="0"/>
            <a:t>Airflow automates load and archive</a:t>
          </a:r>
        </a:p>
      </dsp:txBody>
      <dsp:txXfrm>
        <a:off x="2632630" y="2115055"/>
        <a:ext cx="2139535" cy="1283721"/>
      </dsp:txXfrm>
    </dsp:sp>
    <dsp:sp modelId="{2D08ED34-966C-4D54-82A8-388C580C559E}">
      <dsp:nvSpPr>
        <dsp:cNvPr id="0" name=""/>
        <dsp:cNvSpPr/>
      </dsp:nvSpPr>
      <dsp:spPr>
        <a:xfrm>
          <a:off x="2138737" y="4487010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4530269"/>
        <a:ext cx="24604" cy="4920"/>
      </dsp:txXfrm>
    </dsp:sp>
    <dsp:sp modelId="{137A77B7-C04C-44A3-B30D-3377AD59AFCE}">
      <dsp:nvSpPr>
        <dsp:cNvPr id="0" name=""/>
        <dsp:cNvSpPr/>
      </dsp:nvSpPr>
      <dsp:spPr>
        <a:xfrm>
          <a:off x="1002" y="3890869"/>
          <a:ext cx="2139535" cy="12837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5. </a:t>
          </a:r>
          <a:r>
            <a:rPr lang="ar-EG" sz="1900" kern="1200" dirty="0"/>
            <a:t> </a:t>
          </a:r>
          <a:r>
            <a:rPr lang="en-US" sz="1900" kern="1200" dirty="0"/>
            <a:t>Hive external table reads raw data</a:t>
          </a:r>
        </a:p>
      </dsp:txBody>
      <dsp:txXfrm>
        <a:off x="1002" y="3890869"/>
        <a:ext cx="2139535" cy="1283721"/>
      </dsp:txXfrm>
    </dsp:sp>
    <dsp:sp modelId="{F9FC6F4C-D94C-4259-A8AE-0FAD06139165}">
      <dsp:nvSpPr>
        <dsp:cNvPr id="0" name=""/>
        <dsp:cNvSpPr/>
      </dsp:nvSpPr>
      <dsp:spPr>
        <a:xfrm>
          <a:off x="2632630" y="3890869"/>
          <a:ext cx="2139535" cy="1283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6. Process</a:t>
          </a:r>
          <a:r>
            <a:rPr lang="ar-EG" sz="1900" kern="1200" dirty="0"/>
            <a:t> </a:t>
          </a:r>
          <a:r>
            <a:rPr lang="en-US" sz="1900" kern="1200" dirty="0"/>
            <a:t>Managed table stores optimized data</a:t>
          </a:r>
        </a:p>
      </dsp:txBody>
      <dsp:txXfrm>
        <a:off x="2632630" y="3890869"/>
        <a:ext cx="2139535" cy="12837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AA560-F1F1-4470-AF1D-F559E0DEF78E}">
      <dsp:nvSpPr>
        <dsp:cNvPr id="0" name=""/>
        <dsp:cNvSpPr/>
      </dsp:nvSpPr>
      <dsp:spPr>
        <a:xfrm>
          <a:off x="0" y="48221"/>
          <a:ext cx="4988440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DAG defines workflow dependencies</a:t>
          </a:r>
        </a:p>
      </dsp:txBody>
      <dsp:txXfrm>
        <a:off x="50489" y="98710"/>
        <a:ext cx="4887462" cy="933302"/>
      </dsp:txXfrm>
    </dsp:sp>
    <dsp:sp modelId="{39E005D5-5F93-490E-A46C-FE4785E4BEC5}">
      <dsp:nvSpPr>
        <dsp:cNvPr id="0" name=""/>
        <dsp:cNvSpPr/>
      </dsp:nvSpPr>
      <dsp:spPr>
        <a:xfrm>
          <a:off x="0" y="1157381"/>
          <a:ext cx="4988440" cy="103428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BashOperator executes Hive &amp; HDFS commands</a:t>
          </a:r>
        </a:p>
      </dsp:txBody>
      <dsp:txXfrm>
        <a:off x="50489" y="1207870"/>
        <a:ext cx="4887462" cy="933302"/>
      </dsp:txXfrm>
    </dsp:sp>
    <dsp:sp modelId="{7FD4BD07-5BBD-4884-B9C2-97BD4B85F43B}">
      <dsp:nvSpPr>
        <dsp:cNvPr id="0" name=""/>
        <dsp:cNvSpPr/>
      </dsp:nvSpPr>
      <dsp:spPr>
        <a:xfrm>
          <a:off x="0" y="2266541"/>
          <a:ext cx="4988440" cy="10342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Scheduled execution </a:t>
          </a:r>
        </a:p>
      </dsp:txBody>
      <dsp:txXfrm>
        <a:off x="50489" y="2317030"/>
        <a:ext cx="4887462" cy="933302"/>
      </dsp:txXfrm>
    </dsp:sp>
    <dsp:sp modelId="{B1B34439-A371-4A40-A8E3-A51648679E0E}">
      <dsp:nvSpPr>
        <dsp:cNvPr id="0" name=""/>
        <dsp:cNvSpPr/>
      </dsp:nvSpPr>
      <dsp:spPr>
        <a:xfrm>
          <a:off x="0" y="3375702"/>
          <a:ext cx="4988440" cy="103428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Handles data load into managed table</a:t>
          </a:r>
        </a:p>
      </dsp:txBody>
      <dsp:txXfrm>
        <a:off x="50489" y="3426191"/>
        <a:ext cx="4887462" cy="933302"/>
      </dsp:txXfrm>
    </dsp:sp>
    <dsp:sp modelId="{2AB8141F-D532-4FBD-9350-E6C7431DD53A}">
      <dsp:nvSpPr>
        <dsp:cNvPr id="0" name=""/>
        <dsp:cNvSpPr/>
      </dsp:nvSpPr>
      <dsp:spPr>
        <a:xfrm>
          <a:off x="0" y="4484862"/>
          <a:ext cx="4988440" cy="10342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Moves processed files to archive folder</a:t>
          </a:r>
        </a:p>
      </dsp:txBody>
      <dsp:txXfrm>
        <a:off x="50489" y="4535351"/>
        <a:ext cx="4887462" cy="9333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E1F56-91BA-4982-8549-5C3908434006}">
      <dsp:nvSpPr>
        <dsp:cNvPr id="0" name=""/>
        <dsp:cNvSpPr/>
      </dsp:nvSpPr>
      <dsp:spPr>
        <a:xfrm>
          <a:off x="0" y="4734467"/>
          <a:ext cx="1193292" cy="7767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867" tIns="192024" rIns="848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5</a:t>
          </a:r>
        </a:p>
      </dsp:txBody>
      <dsp:txXfrm>
        <a:off x="0" y="4734467"/>
        <a:ext cx="1193292" cy="776728"/>
      </dsp:txXfrm>
    </dsp:sp>
    <dsp:sp modelId="{BB907907-0E58-4114-B77C-3EB79153E078}">
      <dsp:nvSpPr>
        <dsp:cNvPr id="0" name=""/>
        <dsp:cNvSpPr/>
      </dsp:nvSpPr>
      <dsp:spPr>
        <a:xfrm>
          <a:off x="1193291" y="4734467"/>
          <a:ext cx="3579876" cy="7767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7" tIns="241300" rIns="72617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 execution status</a:t>
          </a:r>
        </a:p>
      </dsp:txBody>
      <dsp:txXfrm>
        <a:off x="1193291" y="4734467"/>
        <a:ext cx="3579876" cy="776728"/>
      </dsp:txXfrm>
    </dsp:sp>
    <dsp:sp modelId="{765AD35D-8216-450A-BB92-1559B8B56E2F}">
      <dsp:nvSpPr>
        <dsp:cNvPr id="0" name=""/>
        <dsp:cNvSpPr/>
      </dsp:nvSpPr>
      <dsp:spPr>
        <a:xfrm rot="10800000">
          <a:off x="0" y="3551509"/>
          <a:ext cx="1193292" cy="11946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867" tIns="192024" rIns="848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4</a:t>
          </a:r>
        </a:p>
      </dsp:txBody>
      <dsp:txXfrm rot="-10800000">
        <a:off x="0" y="3551509"/>
        <a:ext cx="1193292" cy="776495"/>
      </dsp:txXfrm>
    </dsp:sp>
    <dsp:sp modelId="{29698500-3809-44A7-9BDD-6891B928D7B2}">
      <dsp:nvSpPr>
        <dsp:cNvPr id="0" name=""/>
        <dsp:cNvSpPr/>
      </dsp:nvSpPr>
      <dsp:spPr>
        <a:xfrm>
          <a:off x="1193291" y="3551509"/>
          <a:ext cx="3579876" cy="776495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7" tIns="241300" rIns="72617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Move processed files to archive</a:t>
          </a:r>
        </a:p>
      </dsp:txBody>
      <dsp:txXfrm>
        <a:off x="1193291" y="3551509"/>
        <a:ext cx="3579876" cy="776495"/>
      </dsp:txXfrm>
    </dsp:sp>
    <dsp:sp modelId="{805F0149-8E2E-4823-B76E-892AA619CDD7}">
      <dsp:nvSpPr>
        <dsp:cNvPr id="0" name=""/>
        <dsp:cNvSpPr/>
      </dsp:nvSpPr>
      <dsp:spPr>
        <a:xfrm rot="10800000">
          <a:off x="0" y="2368551"/>
          <a:ext cx="1193292" cy="11946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867" tIns="192024" rIns="848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3</a:t>
          </a:r>
        </a:p>
      </dsp:txBody>
      <dsp:txXfrm rot="-10800000">
        <a:off x="0" y="2368551"/>
        <a:ext cx="1193292" cy="776495"/>
      </dsp:txXfrm>
    </dsp:sp>
    <dsp:sp modelId="{8241E419-229E-4E1C-98C1-64F88E344240}">
      <dsp:nvSpPr>
        <dsp:cNvPr id="0" name=""/>
        <dsp:cNvSpPr/>
      </dsp:nvSpPr>
      <dsp:spPr>
        <a:xfrm>
          <a:off x="1193291" y="2368551"/>
          <a:ext cx="3579876" cy="776495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7" tIns="241300" rIns="72617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Validate successful load</a:t>
          </a:r>
        </a:p>
      </dsp:txBody>
      <dsp:txXfrm>
        <a:off x="1193291" y="2368551"/>
        <a:ext cx="3579876" cy="776495"/>
      </dsp:txXfrm>
    </dsp:sp>
    <dsp:sp modelId="{7A700B19-2F33-43B7-A852-EA5FAEFF231D}">
      <dsp:nvSpPr>
        <dsp:cNvPr id="0" name=""/>
        <dsp:cNvSpPr/>
      </dsp:nvSpPr>
      <dsp:spPr>
        <a:xfrm rot="10800000">
          <a:off x="0" y="1185593"/>
          <a:ext cx="1193292" cy="11946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867" tIns="192024" rIns="848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2</a:t>
          </a:r>
        </a:p>
      </dsp:txBody>
      <dsp:txXfrm rot="-10800000">
        <a:off x="0" y="1185593"/>
        <a:ext cx="1193292" cy="776495"/>
      </dsp:txXfrm>
    </dsp:sp>
    <dsp:sp modelId="{F128F3FD-ACFD-4D5A-8EA8-ACA66375308D}">
      <dsp:nvSpPr>
        <dsp:cNvPr id="0" name=""/>
        <dsp:cNvSpPr/>
      </dsp:nvSpPr>
      <dsp:spPr>
        <a:xfrm>
          <a:off x="1193291" y="1185593"/>
          <a:ext cx="3579876" cy="776495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7" tIns="241300" rIns="72617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Load data into Hive managed table</a:t>
          </a:r>
        </a:p>
      </dsp:txBody>
      <dsp:txXfrm>
        <a:off x="1193291" y="1185593"/>
        <a:ext cx="3579876" cy="776495"/>
      </dsp:txXfrm>
    </dsp:sp>
    <dsp:sp modelId="{97187C70-2FEC-4E3B-BE4D-F3CB4BB712FE}">
      <dsp:nvSpPr>
        <dsp:cNvPr id="0" name=""/>
        <dsp:cNvSpPr/>
      </dsp:nvSpPr>
      <dsp:spPr>
        <a:xfrm rot="10800000">
          <a:off x="0" y="2635"/>
          <a:ext cx="1193292" cy="1194608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867" tIns="192024" rIns="848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Step 1</a:t>
          </a:r>
        </a:p>
      </dsp:txBody>
      <dsp:txXfrm rot="-10800000">
        <a:off x="0" y="2635"/>
        <a:ext cx="1193292" cy="776495"/>
      </dsp:txXfrm>
    </dsp:sp>
    <dsp:sp modelId="{9F28C72C-715E-49CB-B57E-C4A077125FF0}">
      <dsp:nvSpPr>
        <dsp:cNvPr id="0" name=""/>
        <dsp:cNvSpPr/>
      </dsp:nvSpPr>
      <dsp:spPr>
        <a:xfrm>
          <a:off x="1193291" y="2635"/>
          <a:ext cx="3579876" cy="776495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17" tIns="241300" rIns="72617" bIns="2413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 new files in HDFS</a:t>
          </a:r>
        </a:p>
      </dsp:txBody>
      <dsp:txXfrm>
        <a:off x="1193291" y="2635"/>
        <a:ext cx="3579876" cy="7764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1CADE-560C-4A9E-96D8-34749E9B990D}">
      <dsp:nvSpPr>
        <dsp:cNvPr id="0" name=""/>
        <dsp:cNvSpPr/>
      </dsp:nvSpPr>
      <dsp:spPr>
        <a:xfrm>
          <a:off x="608" y="294514"/>
          <a:ext cx="2374867" cy="14249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Automation of manual processes</a:t>
          </a:r>
        </a:p>
      </dsp:txBody>
      <dsp:txXfrm>
        <a:off x="608" y="294514"/>
        <a:ext cx="2374867" cy="1424920"/>
      </dsp:txXfrm>
    </dsp:sp>
    <dsp:sp modelId="{FF848073-D953-4842-9388-FB70894A0B9F}">
      <dsp:nvSpPr>
        <dsp:cNvPr id="0" name=""/>
        <dsp:cNvSpPr/>
      </dsp:nvSpPr>
      <dsp:spPr>
        <a:xfrm>
          <a:off x="2612963" y="294514"/>
          <a:ext cx="2374867" cy="1424920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Dependency management between tasks</a:t>
          </a:r>
        </a:p>
      </dsp:txBody>
      <dsp:txXfrm>
        <a:off x="2612963" y="294514"/>
        <a:ext cx="2374867" cy="1424920"/>
      </dsp:txXfrm>
    </dsp:sp>
    <dsp:sp modelId="{21D6E6F2-4824-4CC7-B018-E104F1DDE5B4}">
      <dsp:nvSpPr>
        <dsp:cNvPr id="0" name=""/>
        <dsp:cNvSpPr/>
      </dsp:nvSpPr>
      <dsp:spPr>
        <a:xfrm>
          <a:off x="608" y="1956921"/>
          <a:ext cx="2374867" cy="1424920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Monitoring &amp; logging</a:t>
          </a:r>
        </a:p>
      </dsp:txBody>
      <dsp:txXfrm>
        <a:off x="608" y="1956921"/>
        <a:ext cx="2374867" cy="1424920"/>
      </dsp:txXfrm>
    </dsp:sp>
    <dsp:sp modelId="{FDD18C2F-516E-4939-B67D-7C8E8882DAF1}">
      <dsp:nvSpPr>
        <dsp:cNvPr id="0" name=""/>
        <dsp:cNvSpPr/>
      </dsp:nvSpPr>
      <dsp:spPr>
        <a:xfrm>
          <a:off x="2612963" y="1956921"/>
          <a:ext cx="2374867" cy="1424920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Retry mechanism on failure</a:t>
          </a:r>
        </a:p>
      </dsp:txBody>
      <dsp:txXfrm>
        <a:off x="2612963" y="1956921"/>
        <a:ext cx="2374867" cy="1424920"/>
      </dsp:txXfrm>
    </dsp:sp>
    <dsp:sp modelId="{1010A199-356C-417E-AE92-50481E9CBC37}">
      <dsp:nvSpPr>
        <dsp:cNvPr id="0" name=""/>
        <dsp:cNvSpPr/>
      </dsp:nvSpPr>
      <dsp:spPr>
        <a:xfrm>
          <a:off x="1306786" y="3619329"/>
          <a:ext cx="2374867" cy="142492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Scalable and production-ready orchestration</a:t>
          </a:r>
        </a:p>
      </dsp:txBody>
      <dsp:txXfrm>
        <a:off x="1306786" y="3619329"/>
        <a:ext cx="2374867" cy="14249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E7FA0-B25F-49B0-835B-443342AA5A36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FB62B-D287-4B5D-ADD1-78E0D266DECE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Real-time analytics</a:t>
          </a:r>
        </a:p>
      </dsp:txBody>
      <dsp:txXfrm>
        <a:off x="0" y="552"/>
        <a:ext cx="8229600" cy="904971"/>
      </dsp:txXfrm>
    </dsp:sp>
    <dsp:sp modelId="{10064156-A9DB-425D-B015-E980AE9DB3A6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87708-E6D8-47AC-B6DB-3CA640F4A845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Scalable big data architecture</a:t>
          </a:r>
        </a:p>
      </dsp:txBody>
      <dsp:txXfrm>
        <a:off x="0" y="905524"/>
        <a:ext cx="8229600" cy="904971"/>
      </dsp:txXfrm>
    </dsp:sp>
    <dsp:sp modelId="{83FCB38A-B51E-41B8-A865-E92EAE04E305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D4B03-D17B-41A0-A9AB-2A191082C9FF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Optimized storage &amp; query performance</a:t>
          </a:r>
        </a:p>
      </dsp:txBody>
      <dsp:txXfrm>
        <a:off x="0" y="1810495"/>
        <a:ext cx="8229600" cy="904971"/>
      </dsp:txXfrm>
    </dsp:sp>
    <dsp:sp modelId="{4BED4B3F-7E02-4316-802B-BB6CD843FC68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C8DFE-684A-4E97-B8EA-B540E77EC83F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Production-ready data pipeline</a:t>
          </a:r>
        </a:p>
      </dsp:txBody>
      <dsp:txXfrm>
        <a:off x="0" y="2715467"/>
        <a:ext cx="8229600" cy="904971"/>
      </dsp:txXfrm>
    </dsp:sp>
    <dsp:sp modelId="{4B80B936-2752-4E46-B046-75D4118BE03F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32B4C-4539-4A25-B9AE-A6D3F3843E74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Suitable for OLAP workloads</a:t>
          </a:r>
        </a:p>
      </dsp:txBody>
      <dsp:txXfrm>
        <a:off x="0" y="3620438"/>
        <a:ext cx="8229600" cy="904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C3269-F4C2-44FE-8DE2-5DF5692752F1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0D020-E025-403D-B20D-9E2AC248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3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1B7E1-4CBE-4CE8-83A9-EC449338DD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7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17/02/2026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56480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2493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8837B-A9F2-D1DF-F70E-BEEB5D9FF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823" y="1106034"/>
            <a:ext cx="3764306" cy="320413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 dirty="0"/>
              <a:t>Data Streaming Project</a:t>
            </a:r>
            <a:br>
              <a:rPr lang="en-US" sz="4300" dirty="0"/>
            </a:br>
            <a:r>
              <a:rPr lang="en-US" sz="4300" dirty="0"/>
              <a:t>Kafka - </a:t>
            </a:r>
            <a:r>
              <a:rPr lang="en-US" sz="4300" dirty="0" err="1"/>
              <a:t>NiFi</a:t>
            </a:r>
            <a:r>
              <a:rPr lang="en-US" sz="4300" dirty="0"/>
              <a:t> - HDFS - Hive - Airflow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32674-A8B5-DC96-D002-0BB8E5140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593" y="4872922"/>
            <a:ext cx="3760273" cy="1208141"/>
          </a:xfrm>
        </p:spPr>
        <p:txBody>
          <a:bodyPr>
            <a:normAutofit/>
          </a:bodyPr>
          <a:lstStyle/>
          <a:p>
            <a:pPr algn="l"/>
            <a:r>
              <a:rPr lang="en-US" sz="2400">
                <a:latin typeface="Abadi" panose="020F0502020204030204" pitchFamily="34" charset="0"/>
              </a:rPr>
              <a:t>Prepared by: </a:t>
            </a:r>
          </a:p>
          <a:p>
            <a:pPr algn="l"/>
            <a:r>
              <a:rPr lang="en-US" sz="2400">
                <a:latin typeface="Abadi" panose="020F0502020204030204" pitchFamily="34" charset="0"/>
              </a:rPr>
              <a:t>Marwa</a:t>
            </a:r>
            <a:r>
              <a:rPr lang="ar-EG" sz="2400">
                <a:latin typeface="Abadi" panose="020F0502020204030204" pitchFamily="34" charset="0"/>
              </a:rPr>
              <a:t> </a:t>
            </a:r>
            <a:r>
              <a:rPr lang="en-US" sz="2400">
                <a:latin typeface="Abadi" panose="020F0502020204030204" pitchFamily="34" charset="0"/>
              </a:rPr>
              <a:t> Mansour</a:t>
            </a:r>
          </a:p>
          <a:p>
            <a:pPr algn="l"/>
            <a:endParaRPr lang="en-US" sz="24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7704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Graphic 5" descr="Stream outline">
            <a:extLst>
              <a:ext uri="{FF2B5EF4-FFF2-40B4-BE49-F238E27FC236}">
                <a16:creationId xmlns:a16="http://schemas.microsoft.com/office/drawing/2014/main" id="{63A563BA-35CF-6534-BA38-289E13F6F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9764" y="625683"/>
            <a:ext cx="2743200" cy="27432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23" y="4546920"/>
            <a:ext cx="376430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BD7B2101-18B4-F99D-5B42-7CC44A22D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600" r="13454"/>
          <a:stretch>
            <a:fillRect/>
          </a:stretch>
        </p:blipFill>
        <p:spPr>
          <a:xfrm>
            <a:off x="6010838" y="3550309"/>
            <a:ext cx="200105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9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Project Overview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1C4372FB-8690-A031-29D5-F204763042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5817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Project Objectives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9DE284-FBE3-8592-73AA-B75BD0AE5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371011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000"/>
              <a:t>Components &amp; Responsibilities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989F37-FF5E-B20F-8929-5BAA0AD204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55657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Project Workflow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4FF632B-5A62-7B9E-77AA-F23B50E78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33135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310" y="1905000"/>
            <a:ext cx="34026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5427"/>
            <a:ext cx="2800350" cy="4024310"/>
          </a:xfrm>
        </p:spPr>
        <p:txBody>
          <a:bodyPr>
            <a:normAutofit/>
          </a:bodyPr>
          <a:lstStyle/>
          <a:p>
            <a:r>
              <a:rPr lang="en-US" sz="3700"/>
              <a:t>Airflow Architecture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1083C73-7257-4B0B-3A48-253BD3A08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789638"/>
              </p:ext>
            </p:extLst>
          </p:nvPr>
        </p:nvGraphicFramePr>
        <p:xfrm>
          <a:off x="3526910" y="609600"/>
          <a:ext cx="4988440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Airflow DAG 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55719E-E148-A847-0C7C-FEAB8C5D4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3440140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/>
              <a:t>Benefits of Using Airflow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3CBA8B4-2846-38DA-FBFC-36E1A69C6C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383569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&amp; Applications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8BE9A76-300A-4290-4198-750D5CE29C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300</Words>
  <Application>Microsoft Office PowerPoint</Application>
  <PresentationFormat>On-screen Show (4:3)</PresentationFormat>
  <Paragraphs>59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Abadi</vt:lpstr>
      <vt:lpstr>Aptos</vt:lpstr>
      <vt:lpstr>Arial</vt:lpstr>
      <vt:lpstr>Calibri</vt:lpstr>
      <vt:lpstr>Office Theme</vt:lpstr>
      <vt:lpstr>Data Streaming Project Kafka - NiFi - HDFS - Hive - Airflow</vt:lpstr>
      <vt:lpstr>Project Overview</vt:lpstr>
      <vt:lpstr>Project Objectives</vt:lpstr>
      <vt:lpstr>Components &amp; Responsibilities</vt:lpstr>
      <vt:lpstr>Project Workflow</vt:lpstr>
      <vt:lpstr>Airflow Architecture</vt:lpstr>
      <vt:lpstr>Airflow DAG Flow</vt:lpstr>
      <vt:lpstr>Benefits of Using Airflow</vt:lpstr>
      <vt:lpstr>Benefits &amp;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ppc</dc:creator>
  <cp:keywords/>
  <dc:description>generated using python-pptx</dc:description>
  <cp:lastModifiedBy>مروه حماده منصور ابراهيم منصور ( 321210105 )</cp:lastModifiedBy>
  <cp:revision>4</cp:revision>
  <dcterms:created xsi:type="dcterms:W3CDTF">2013-01-27T09:14:16Z</dcterms:created>
  <dcterms:modified xsi:type="dcterms:W3CDTF">2026-02-17T11:40:55Z</dcterms:modified>
  <cp:category/>
</cp:coreProperties>
</file>